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314" r:id="rId3"/>
    <p:sldId id="266" r:id="rId4"/>
    <p:sldId id="267" r:id="rId5"/>
    <p:sldId id="319" r:id="rId6"/>
    <p:sldId id="332" r:id="rId7"/>
    <p:sldId id="321" r:id="rId8"/>
    <p:sldId id="322" r:id="rId9"/>
    <p:sldId id="324" r:id="rId10"/>
    <p:sldId id="325" r:id="rId11"/>
    <p:sldId id="326" r:id="rId12"/>
    <p:sldId id="330" r:id="rId13"/>
    <p:sldId id="331" r:id="rId14"/>
    <p:sldId id="327" r:id="rId15"/>
    <p:sldId id="333" r:id="rId16"/>
    <p:sldId id="334" r:id="rId17"/>
    <p:sldId id="291" r:id="rId18"/>
  </p:sldIdLst>
  <p:sldSz cx="9144000" cy="5143500" type="screen16x9"/>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65" autoAdjust="0"/>
  </p:normalViewPr>
  <p:slideViewPr>
    <p:cSldViewPr snapToGrid="0">
      <p:cViewPr varScale="1">
        <p:scale>
          <a:sx n="103" d="100"/>
          <a:sy n="103" d="100"/>
        </p:scale>
        <p:origin x="874" y="7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Google Shape;3;n">
            <a:extLst>
              <a:ext uri="{FF2B5EF4-FFF2-40B4-BE49-F238E27FC236}">
                <a16:creationId xmlns:a16="http://schemas.microsoft.com/office/drawing/2014/main" id="{4A9E8663-6638-41A7-40ED-07780B989F06}"/>
              </a:ext>
            </a:extLst>
          </p:cNvPr>
          <p:cNvSpPr>
            <a:spLocks noGrp="1" noRot="1" noChangeAspec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3075" name="Google Shape;4;n">
            <a:extLst>
              <a:ext uri="{FF2B5EF4-FFF2-40B4-BE49-F238E27FC236}">
                <a16:creationId xmlns:a16="http://schemas.microsoft.com/office/drawing/2014/main" id="{F4043E1C-887C-D5B4-EECD-3BDAEDFD72D7}"/>
              </a:ext>
            </a:extLst>
          </p:cNvPr>
          <p:cNvSpPr txBox="1">
            <a:spLocks noGrp="1"/>
          </p:cNvSpPr>
          <p:nvPr>
            <p:ph type="body" idx="1"/>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2" name="Google Shape;51;p:notes">
            <a:extLst>
              <a:ext uri="{FF2B5EF4-FFF2-40B4-BE49-F238E27FC236}">
                <a16:creationId xmlns:a16="http://schemas.microsoft.com/office/drawing/2014/main" id="{A59F5708-9A7F-1B69-0C03-925DA3FB155E}"/>
              </a:ext>
            </a:extLst>
          </p:cNvPr>
          <p:cNvSpPr>
            <a:spLocks noGrp="1" noRot="1" noChangeAspect="1" noTextEdit="1"/>
          </p:cNvSpPr>
          <p:nvPr>
            <p:ph type="sldImg" idx="2"/>
          </p:nvPr>
        </p:nvSpPr>
        <p:spPr>
          <a:ln>
            <a:miter lim="800000"/>
            <a:headEnd/>
            <a:tailEnd/>
          </a:ln>
        </p:spPr>
      </p:sp>
      <p:sp>
        <p:nvSpPr>
          <p:cNvPr id="5123" name="Google Shape;52;p:notes">
            <a:extLst>
              <a:ext uri="{FF2B5EF4-FFF2-40B4-BE49-F238E27FC236}">
                <a16:creationId xmlns:a16="http://schemas.microsoft.com/office/drawing/2014/main" id="{A552E64B-3417-9A39-43C7-E348F30AC7D2}"/>
              </a:ext>
            </a:extLst>
          </p:cNvPr>
          <p:cNvSpPr txBox="1">
            <a:spLocks noGrp="1"/>
          </p:cNvSpPr>
          <p:nvPr>
            <p:ph type="body" idx="1"/>
          </p:nvPr>
        </p:nvSpPr>
        <p:spPr/>
        <p:txBody>
          <a:bodyPr/>
          <a:lstStyle/>
          <a:p>
            <a:pPr marL="0" indent="0" eaLnBrk="1" hangingPunct="1">
              <a:buSzPts val="1100"/>
            </a:pPr>
            <a:endParaRPr lang="en-US" altLang="en-US"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Google Shape;61;gb6148a5caf_0_26:notes">
            <a:extLst>
              <a:ext uri="{FF2B5EF4-FFF2-40B4-BE49-F238E27FC236}">
                <a16:creationId xmlns:a16="http://schemas.microsoft.com/office/drawing/2014/main" id="{908C9B25-5E49-9372-09A3-504C0B61C59E}"/>
              </a:ext>
            </a:extLst>
          </p:cNvPr>
          <p:cNvSpPr>
            <a:spLocks noGrp="1" noRot="1" noChangeAspect="1" noTextEdit="1"/>
          </p:cNvSpPr>
          <p:nvPr>
            <p:ph type="sldImg" idx="2"/>
          </p:nvPr>
        </p:nvSpPr>
        <p:spPr>
          <a:ln>
            <a:miter lim="800000"/>
            <a:headEnd/>
            <a:tailEnd/>
          </a:ln>
        </p:spPr>
      </p:sp>
      <p:sp>
        <p:nvSpPr>
          <p:cNvPr id="7171" name="Google Shape;62;gb6148a5caf_0_26:notes">
            <a:extLst>
              <a:ext uri="{FF2B5EF4-FFF2-40B4-BE49-F238E27FC236}">
                <a16:creationId xmlns:a16="http://schemas.microsoft.com/office/drawing/2014/main" id="{99C68EB3-554C-97DF-823E-D860CDEEF0C1}"/>
              </a:ext>
            </a:extLst>
          </p:cNvPr>
          <p:cNvSpPr txBox="1">
            <a:spLocks noGrp="1"/>
          </p:cNvSpPr>
          <p:nvPr>
            <p:ph type="body" idx="1"/>
          </p:nvPr>
        </p:nvSpPr>
        <p:spPr/>
        <p:txBody>
          <a:bodyPr/>
          <a:lstStyle/>
          <a:p>
            <a:pPr marL="0" indent="0" eaLnBrk="1" hangingPunct="1">
              <a:buSzPts val="1100"/>
            </a:pPr>
            <a:endParaRPr lang="en-US" altLang="en-US" sz="1100"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Google Shape;61;gb6148a5caf_0_26:notes">
            <a:extLst>
              <a:ext uri="{FF2B5EF4-FFF2-40B4-BE49-F238E27FC236}">
                <a16:creationId xmlns:a16="http://schemas.microsoft.com/office/drawing/2014/main" id="{DBEAC605-2ECB-2FD0-F285-5A01A6FB334E}"/>
              </a:ext>
            </a:extLst>
          </p:cNvPr>
          <p:cNvSpPr>
            <a:spLocks noGrp="1" noRot="1" noChangeAspect="1" noTextEdit="1"/>
          </p:cNvSpPr>
          <p:nvPr>
            <p:ph type="sldImg" idx="2"/>
          </p:nvPr>
        </p:nvSpPr>
        <p:spPr>
          <a:ln>
            <a:miter lim="800000"/>
            <a:headEnd/>
            <a:tailEnd/>
          </a:ln>
        </p:spPr>
      </p:sp>
      <p:sp>
        <p:nvSpPr>
          <p:cNvPr id="9219" name="Google Shape;62;gb6148a5caf_0_26:notes">
            <a:extLst>
              <a:ext uri="{FF2B5EF4-FFF2-40B4-BE49-F238E27FC236}">
                <a16:creationId xmlns:a16="http://schemas.microsoft.com/office/drawing/2014/main" id="{24A55C58-650B-15BC-E16A-622856303729}"/>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Google Shape;61;gb6148a5caf_0_26:notes">
            <a:extLst>
              <a:ext uri="{FF2B5EF4-FFF2-40B4-BE49-F238E27FC236}">
                <a16:creationId xmlns:a16="http://schemas.microsoft.com/office/drawing/2014/main" id="{5DA3126F-1934-6002-D4B3-0AF456582647}"/>
              </a:ext>
            </a:extLst>
          </p:cNvPr>
          <p:cNvSpPr>
            <a:spLocks noGrp="1" noRot="1" noChangeAspect="1" noTextEdit="1"/>
          </p:cNvSpPr>
          <p:nvPr>
            <p:ph type="sldImg" idx="2"/>
          </p:nvPr>
        </p:nvSpPr>
        <p:spPr>
          <a:ln>
            <a:miter lim="800000"/>
            <a:headEnd/>
            <a:tailEnd/>
          </a:ln>
        </p:spPr>
      </p:sp>
      <p:sp>
        <p:nvSpPr>
          <p:cNvPr id="11267" name="Google Shape;62;gb6148a5caf_0_26:notes">
            <a:extLst>
              <a:ext uri="{FF2B5EF4-FFF2-40B4-BE49-F238E27FC236}">
                <a16:creationId xmlns:a16="http://schemas.microsoft.com/office/drawing/2014/main" id="{420AD77A-9312-ED7F-FB81-2A8A62BEC04B}"/>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Google Shape;61;gb6148a5caf_0_26:notes">
            <a:extLst>
              <a:ext uri="{FF2B5EF4-FFF2-40B4-BE49-F238E27FC236}">
                <a16:creationId xmlns:a16="http://schemas.microsoft.com/office/drawing/2014/main" id="{428796FF-E022-E8C6-1A4E-DDA47FAC6CC4}"/>
              </a:ext>
            </a:extLst>
          </p:cNvPr>
          <p:cNvSpPr>
            <a:spLocks noGrp="1" noRot="1" noChangeAspect="1" noTextEdit="1"/>
          </p:cNvSpPr>
          <p:nvPr>
            <p:ph type="sldImg" idx="2"/>
          </p:nvPr>
        </p:nvSpPr>
        <p:spPr>
          <a:ln>
            <a:miter lim="800000"/>
            <a:headEnd/>
            <a:tailEnd/>
          </a:ln>
        </p:spPr>
      </p:sp>
      <p:sp>
        <p:nvSpPr>
          <p:cNvPr id="13315" name="Google Shape;62;gb6148a5caf_0_26:notes">
            <a:extLst>
              <a:ext uri="{FF2B5EF4-FFF2-40B4-BE49-F238E27FC236}">
                <a16:creationId xmlns:a16="http://schemas.microsoft.com/office/drawing/2014/main" id="{E990ACB1-DF53-ADD8-26F0-694DF265F355}"/>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0B874431-3D39-8A9D-442E-B2E4F4F2F58A}"/>
            </a:ext>
          </a:extLst>
        </p:cNvPr>
        <p:cNvGrpSpPr/>
        <p:nvPr/>
      </p:nvGrpSpPr>
      <p:grpSpPr>
        <a:xfrm>
          <a:off x="0" y="0"/>
          <a:ext cx="0" cy="0"/>
          <a:chOff x="0" y="0"/>
          <a:chExt cx="0" cy="0"/>
        </a:xfrm>
      </p:grpSpPr>
      <p:sp>
        <p:nvSpPr>
          <p:cNvPr id="13314" name="Google Shape;61;gb6148a5caf_0_26:notes">
            <a:extLst>
              <a:ext uri="{FF2B5EF4-FFF2-40B4-BE49-F238E27FC236}">
                <a16:creationId xmlns:a16="http://schemas.microsoft.com/office/drawing/2014/main" id="{DD5F7488-FE80-265E-7120-BF0DD17123CB}"/>
              </a:ext>
            </a:extLst>
          </p:cNvPr>
          <p:cNvSpPr>
            <a:spLocks noGrp="1" noRot="1" noChangeAspect="1" noTextEdit="1"/>
          </p:cNvSpPr>
          <p:nvPr>
            <p:ph type="sldImg" idx="2"/>
          </p:nvPr>
        </p:nvSpPr>
        <p:spPr>
          <a:ln>
            <a:miter lim="800000"/>
            <a:headEnd/>
            <a:tailEnd/>
          </a:ln>
        </p:spPr>
      </p:sp>
      <p:sp>
        <p:nvSpPr>
          <p:cNvPr id="13315" name="Google Shape;62;gb6148a5caf_0_26:notes">
            <a:extLst>
              <a:ext uri="{FF2B5EF4-FFF2-40B4-BE49-F238E27FC236}">
                <a16:creationId xmlns:a16="http://schemas.microsoft.com/office/drawing/2014/main" id="{7F0334B8-476B-AF85-1D5E-09388878FA48}"/>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2772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Google Shape;61;gb6148a5caf_0_26:notes">
            <a:extLst>
              <a:ext uri="{FF2B5EF4-FFF2-40B4-BE49-F238E27FC236}">
                <a16:creationId xmlns:a16="http://schemas.microsoft.com/office/drawing/2014/main" id="{78FA8A54-24E6-FB16-0E9D-9549DD370245}"/>
              </a:ext>
            </a:extLst>
          </p:cNvPr>
          <p:cNvSpPr>
            <a:spLocks noGrp="1" noRot="1" noChangeAspect="1" noTextEdit="1"/>
          </p:cNvSpPr>
          <p:nvPr>
            <p:ph type="sldImg" idx="2"/>
          </p:nvPr>
        </p:nvSpPr>
        <p:spPr>
          <a:ln>
            <a:miter lim="800000"/>
            <a:headEnd/>
            <a:tailEnd/>
          </a:ln>
        </p:spPr>
      </p:sp>
      <p:sp>
        <p:nvSpPr>
          <p:cNvPr id="17411" name="Google Shape;62;gb6148a5caf_0_26:notes">
            <a:extLst>
              <a:ext uri="{FF2B5EF4-FFF2-40B4-BE49-F238E27FC236}">
                <a16:creationId xmlns:a16="http://schemas.microsoft.com/office/drawing/2014/main" id="{115FE142-B167-33CD-2E81-85E4B40B3D0F}"/>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Google Shape;61;gb6148a5caf_0_26:notes">
            <a:extLst>
              <a:ext uri="{FF2B5EF4-FFF2-40B4-BE49-F238E27FC236}">
                <a16:creationId xmlns:a16="http://schemas.microsoft.com/office/drawing/2014/main" id="{5ECED904-6329-C4A5-87E3-8EFED2606A60}"/>
              </a:ext>
            </a:extLst>
          </p:cNvPr>
          <p:cNvSpPr>
            <a:spLocks noGrp="1" noRot="1" noChangeAspect="1" noTextEdit="1"/>
          </p:cNvSpPr>
          <p:nvPr>
            <p:ph type="sldImg" idx="2"/>
          </p:nvPr>
        </p:nvSpPr>
        <p:spPr>
          <a:ln>
            <a:miter lim="800000"/>
            <a:headEnd/>
            <a:tailEnd/>
          </a:ln>
        </p:spPr>
      </p:sp>
      <p:sp>
        <p:nvSpPr>
          <p:cNvPr id="19459" name="Google Shape;62;gb6148a5caf_0_26:notes">
            <a:extLst>
              <a:ext uri="{FF2B5EF4-FFF2-40B4-BE49-F238E27FC236}">
                <a16:creationId xmlns:a16="http://schemas.microsoft.com/office/drawing/2014/main" id="{DD4F034D-0548-794C-D70C-66CCC0BC8A47}"/>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Google Shape;61;gb6148a5caf_0_26:notes">
            <a:extLst>
              <a:ext uri="{FF2B5EF4-FFF2-40B4-BE49-F238E27FC236}">
                <a16:creationId xmlns:a16="http://schemas.microsoft.com/office/drawing/2014/main" id="{AC16B9DC-282F-1C4B-3F1B-1F103748D494}"/>
              </a:ext>
            </a:extLst>
          </p:cNvPr>
          <p:cNvSpPr>
            <a:spLocks noGrp="1" noRot="1" noChangeAspect="1" noTextEdit="1"/>
          </p:cNvSpPr>
          <p:nvPr>
            <p:ph type="sldImg" idx="2"/>
          </p:nvPr>
        </p:nvSpPr>
        <p:spPr>
          <a:ln>
            <a:miter lim="800000"/>
            <a:headEnd/>
            <a:tailEnd/>
          </a:ln>
        </p:spPr>
      </p:sp>
      <p:sp>
        <p:nvSpPr>
          <p:cNvPr id="23555" name="Google Shape;62;gb6148a5caf_0_26:notes">
            <a:extLst>
              <a:ext uri="{FF2B5EF4-FFF2-40B4-BE49-F238E27FC236}">
                <a16:creationId xmlns:a16="http://schemas.microsoft.com/office/drawing/2014/main" id="{303A3989-B875-5A92-5ACA-ACFF331CBAFE}"/>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5602" name="Google Shape;61;gb6148a5caf_0_26:notes">
            <a:extLst>
              <a:ext uri="{FF2B5EF4-FFF2-40B4-BE49-F238E27FC236}">
                <a16:creationId xmlns:a16="http://schemas.microsoft.com/office/drawing/2014/main" id="{14E4BFD3-72DA-4B63-BC0A-06E021030108}"/>
              </a:ext>
            </a:extLst>
          </p:cNvPr>
          <p:cNvSpPr>
            <a:spLocks noGrp="1" noRot="1" noChangeAspect="1" noTextEdit="1"/>
          </p:cNvSpPr>
          <p:nvPr>
            <p:ph type="sldImg" idx="2"/>
          </p:nvPr>
        </p:nvSpPr>
        <p:spPr>
          <a:ln>
            <a:miter lim="800000"/>
            <a:headEnd/>
            <a:tailEnd/>
          </a:ln>
        </p:spPr>
      </p:sp>
      <p:sp>
        <p:nvSpPr>
          <p:cNvPr id="25603" name="Google Shape;62;gb6148a5caf_0_26:notes">
            <a:extLst>
              <a:ext uri="{FF2B5EF4-FFF2-40B4-BE49-F238E27FC236}">
                <a16:creationId xmlns:a16="http://schemas.microsoft.com/office/drawing/2014/main" id="{CFFC22E0-0992-E9B4-9602-DEDA8E4C5A46}"/>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61;gb6148a5caf_0_26:notes">
            <a:extLst>
              <a:ext uri="{FF2B5EF4-FFF2-40B4-BE49-F238E27FC236}">
                <a16:creationId xmlns:a16="http://schemas.microsoft.com/office/drawing/2014/main" id="{F31F03BC-2DC8-92C1-81D6-5C9540EEA8ED}"/>
              </a:ext>
            </a:extLst>
          </p:cNvPr>
          <p:cNvSpPr>
            <a:spLocks noGrp="1" noRot="1" noChangeAspect="1" noTextEdit="1"/>
          </p:cNvSpPr>
          <p:nvPr>
            <p:ph type="sldImg" idx="2"/>
          </p:nvPr>
        </p:nvSpPr>
        <p:spPr>
          <a:ln>
            <a:miter lim="800000"/>
            <a:headEnd/>
            <a:tailEnd/>
          </a:ln>
        </p:spPr>
      </p:sp>
      <p:sp>
        <p:nvSpPr>
          <p:cNvPr id="27651" name="Google Shape;62;gb6148a5caf_0_26:notes">
            <a:extLst>
              <a:ext uri="{FF2B5EF4-FFF2-40B4-BE49-F238E27FC236}">
                <a16:creationId xmlns:a16="http://schemas.microsoft.com/office/drawing/2014/main" id="{7676DCF6-3A51-804A-A036-8124670D4F01}"/>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582DE0BF-8456-D604-769D-9B72B12CB3E4}"/>
            </a:ext>
          </a:extLst>
        </p:cNvPr>
        <p:cNvGrpSpPr/>
        <p:nvPr/>
      </p:nvGrpSpPr>
      <p:grpSpPr>
        <a:xfrm>
          <a:off x="0" y="0"/>
          <a:ext cx="0" cy="0"/>
          <a:chOff x="0" y="0"/>
          <a:chExt cx="0" cy="0"/>
        </a:xfrm>
      </p:grpSpPr>
      <p:sp>
        <p:nvSpPr>
          <p:cNvPr id="27650" name="Google Shape;61;gb6148a5caf_0_26:notes">
            <a:extLst>
              <a:ext uri="{FF2B5EF4-FFF2-40B4-BE49-F238E27FC236}">
                <a16:creationId xmlns:a16="http://schemas.microsoft.com/office/drawing/2014/main" id="{BF8FD890-2A99-49B6-AE11-D7733F0F050C}"/>
              </a:ext>
            </a:extLst>
          </p:cNvPr>
          <p:cNvSpPr>
            <a:spLocks noGrp="1" noRot="1" noChangeAspect="1" noTextEdit="1"/>
          </p:cNvSpPr>
          <p:nvPr>
            <p:ph type="sldImg" idx="2"/>
          </p:nvPr>
        </p:nvSpPr>
        <p:spPr>
          <a:ln>
            <a:miter lim="800000"/>
            <a:headEnd/>
            <a:tailEnd/>
          </a:ln>
        </p:spPr>
      </p:sp>
      <p:sp>
        <p:nvSpPr>
          <p:cNvPr id="27651" name="Google Shape;62;gb6148a5caf_0_26:notes">
            <a:extLst>
              <a:ext uri="{FF2B5EF4-FFF2-40B4-BE49-F238E27FC236}">
                <a16:creationId xmlns:a16="http://schemas.microsoft.com/office/drawing/2014/main" id="{C8B438FF-4B84-FDE8-7867-288AC025E15B}"/>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967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44C96175-2792-3236-BABF-57CAEE4AA41F}"/>
            </a:ext>
          </a:extLst>
        </p:cNvPr>
        <p:cNvGrpSpPr/>
        <p:nvPr/>
      </p:nvGrpSpPr>
      <p:grpSpPr>
        <a:xfrm>
          <a:off x="0" y="0"/>
          <a:ext cx="0" cy="0"/>
          <a:chOff x="0" y="0"/>
          <a:chExt cx="0" cy="0"/>
        </a:xfrm>
      </p:grpSpPr>
      <p:sp>
        <p:nvSpPr>
          <p:cNvPr id="27650" name="Google Shape;61;gb6148a5caf_0_26:notes">
            <a:extLst>
              <a:ext uri="{FF2B5EF4-FFF2-40B4-BE49-F238E27FC236}">
                <a16:creationId xmlns:a16="http://schemas.microsoft.com/office/drawing/2014/main" id="{E93D7B75-D90C-D0D5-A817-AE60E134780C}"/>
              </a:ext>
            </a:extLst>
          </p:cNvPr>
          <p:cNvSpPr>
            <a:spLocks noGrp="1" noRot="1" noChangeAspect="1" noTextEdit="1"/>
          </p:cNvSpPr>
          <p:nvPr>
            <p:ph type="sldImg" idx="2"/>
          </p:nvPr>
        </p:nvSpPr>
        <p:spPr>
          <a:ln>
            <a:miter lim="800000"/>
            <a:headEnd/>
            <a:tailEnd/>
          </a:ln>
        </p:spPr>
      </p:sp>
      <p:sp>
        <p:nvSpPr>
          <p:cNvPr id="27651" name="Google Shape;62;gb6148a5caf_0_26:notes">
            <a:extLst>
              <a:ext uri="{FF2B5EF4-FFF2-40B4-BE49-F238E27FC236}">
                <a16:creationId xmlns:a16="http://schemas.microsoft.com/office/drawing/2014/main" id="{6565C7AC-BB85-21DC-DD26-B6F9BB8E55E8}"/>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9467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61;gb6148a5caf_0_26:notes">
            <a:extLst>
              <a:ext uri="{FF2B5EF4-FFF2-40B4-BE49-F238E27FC236}">
                <a16:creationId xmlns:a16="http://schemas.microsoft.com/office/drawing/2014/main" id="{A23A924A-150A-794D-F404-00C340C80A9F}"/>
              </a:ext>
            </a:extLst>
          </p:cNvPr>
          <p:cNvSpPr>
            <a:spLocks noGrp="1" noRot="1" noChangeAspect="1" noTextEdit="1"/>
          </p:cNvSpPr>
          <p:nvPr>
            <p:ph type="sldImg" idx="2"/>
          </p:nvPr>
        </p:nvSpPr>
        <p:spPr>
          <a:ln>
            <a:miter lim="800000"/>
            <a:headEnd/>
            <a:tailEnd/>
          </a:ln>
        </p:spPr>
      </p:sp>
      <p:sp>
        <p:nvSpPr>
          <p:cNvPr id="29699" name="Google Shape;62;gb6148a5caf_0_26:notes">
            <a:extLst>
              <a:ext uri="{FF2B5EF4-FFF2-40B4-BE49-F238E27FC236}">
                <a16:creationId xmlns:a16="http://schemas.microsoft.com/office/drawing/2014/main" id="{905431A6-4642-9EF9-F08B-618439B953F3}"/>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853664DB-7165-829A-F5A2-2F7B0FD317E3}"/>
            </a:ext>
          </a:extLst>
        </p:cNvPr>
        <p:cNvGrpSpPr/>
        <p:nvPr/>
      </p:nvGrpSpPr>
      <p:grpSpPr>
        <a:xfrm>
          <a:off x="0" y="0"/>
          <a:ext cx="0" cy="0"/>
          <a:chOff x="0" y="0"/>
          <a:chExt cx="0" cy="0"/>
        </a:xfrm>
      </p:grpSpPr>
      <p:sp>
        <p:nvSpPr>
          <p:cNvPr id="29698" name="Google Shape;61;gb6148a5caf_0_26:notes">
            <a:extLst>
              <a:ext uri="{FF2B5EF4-FFF2-40B4-BE49-F238E27FC236}">
                <a16:creationId xmlns:a16="http://schemas.microsoft.com/office/drawing/2014/main" id="{AB0EA4D3-FACD-3813-0C9F-80E24DCDFA13}"/>
              </a:ext>
            </a:extLst>
          </p:cNvPr>
          <p:cNvSpPr>
            <a:spLocks noGrp="1" noRot="1" noChangeAspect="1" noTextEdit="1"/>
          </p:cNvSpPr>
          <p:nvPr>
            <p:ph type="sldImg" idx="2"/>
          </p:nvPr>
        </p:nvSpPr>
        <p:spPr>
          <a:ln>
            <a:miter lim="800000"/>
            <a:headEnd/>
            <a:tailEnd/>
          </a:ln>
        </p:spPr>
      </p:sp>
      <p:sp>
        <p:nvSpPr>
          <p:cNvPr id="29699" name="Google Shape;62;gb6148a5caf_0_26:notes">
            <a:extLst>
              <a:ext uri="{FF2B5EF4-FFF2-40B4-BE49-F238E27FC236}">
                <a16:creationId xmlns:a16="http://schemas.microsoft.com/office/drawing/2014/main" id="{22B1B564-76D1-193C-6F94-3BA92282FE1C}"/>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5140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4CEF914B-4A49-ACA2-0D7C-732BAFCD7EDB}"/>
            </a:ext>
          </a:extLst>
        </p:cNvPr>
        <p:cNvGrpSpPr/>
        <p:nvPr/>
      </p:nvGrpSpPr>
      <p:grpSpPr>
        <a:xfrm>
          <a:off x="0" y="0"/>
          <a:ext cx="0" cy="0"/>
          <a:chOff x="0" y="0"/>
          <a:chExt cx="0" cy="0"/>
        </a:xfrm>
      </p:grpSpPr>
      <p:sp>
        <p:nvSpPr>
          <p:cNvPr id="29698" name="Google Shape;61;gb6148a5caf_0_26:notes">
            <a:extLst>
              <a:ext uri="{FF2B5EF4-FFF2-40B4-BE49-F238E27FC236}">
                <a16:creationId xmlns:a16="http://schemas.microsoft.com/office/drawing/2014/main" id="{87105111-F989-AF98-26F7-E0FDCC3FC1C0}"/>
              </a:ext>
            </a:extLst>
          </p:cNvPr>
          <p:cNvSpPr>
            <a:spLocks noGrp="1" noRot="1" noChangeAspect="1" noTextEdit="1"/>
          </p:cNvSpPr>
          <p:nvPr>
            <p:ph type="sldImg" idx="2"/>
          </p:nvPr>
        </p:nvSpPr>
        <p:spPr>
          <a:ln>
            <a:miter lim="800000"/>
            <a:headEnd/>
            <a:tailEnd/>
          </a:ln>
        </p:spPr>
      </p:sp>
      <p:sp>
        <p:nvSpPr>
          <p:cNvPr id="29699" name="Google Shape;62;gb6148a5caf_0_26:notes">
            <a:extLst>
              <a:ext uri="{FF2B5EF4-FFF2-40B4-BE49-F238E27FC236}">
                <a16:creationId xmlns:a16="http://schemas.microsoft.com/office/drawing/2014/main" id="{2224B1AA-74E0-161F-9E00-5547FF13A27F}"/>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24245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Google Shape;61;gb6148a5caf_0_26:notes">
            <a:extLst>
              <a:ext uri="{FF2B5EF4-FFF2-40B4-BE49-F238E27FC236}">
                <a16:creationId xmlns:a16="http://schemas.microsoft.com/office/drawing/2014/main" id="{FB79C40B-F5F7-6F79-E4BD-067DD195276A}"/>
              </a:ext>
            </a:extLst>
          </p:cNvPr>
          <p:cNvSpPr>
            <a:spLocks noGrp="1" noRot="1" noChangeAspect="1" noTextEdit="1"/>
          </p:cNvSpPr>
          <p:nvPr>
            <p:ph type="sldImg" idx="2"/>
          </p:nvPr>
        </p:nvSpPr>
        <p:spPr>
          <a:ln>
            <a:miter lim="800000"/>
            <a:headEnd/>
            <a:tailEnd/>
          </a:ln>
        </p:spPr>
      </p:sp>
      <p:sp>
        <p:nvSpPr>
          <p:cNvPr id="35843" name="Google Shape;62;gb6148a5caf_0_26:notes">
            <a:extLst>
              <a:ext uri="{FF2B5EF4-FFF2-40B4-BE49-F238E27FC236}">
                <a16:creationId xmlns:a16="http://schemas.microsoft.com/office/drawing/2014/main" id="{AFF88471-33D5-827C-E388-A3D832EAF0B7}"/>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anchor="b">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 name="Google Shape;8;p1">
            <a:extLst>
              <a:ext uri="{FF2B5EF4-FFF2-40B4-BE49-F238E27FC236}">
                <a16:creationId xmlns:a16="http://schemas.microsoft.com/office/drawing/2014/main" id="{2467DBEF-6758-2B65-CF20-A06B90F23B82}"/>
              </a:ext>
            </a:extLst>
          </p:cNvPr>
          <p:cNvSpPr txBox="1">
            <a:spLocks noGrp="1"/>
          </p:cNvSpPr>
          <p:nvPr>
            <p:ph type="sldNum" idx="13"/>
          </p:nvPr>
        </p:nvSpPr>
        <p:spPr>
          <a:ln/>
        </p:spPr>
        <p:txBody>
          <a:bodyPr/>
          <a:lstStyle>
            <a:lvl1pPr>
              <a:defRPr/>
            </a:lvl1pPr>
          </a:lstStyle>
          <a:p>
            <a:pPr>
              <a:defRPr/>
            </a:pPr>
            <a:fld id="{23BF705E-58FB-410C-925D-2A996552B5E5}" type="slidenum">
              <a:rPr lang="en-US" altLang="en-US"/>
              <a:pPr>
                <a:defRPr/>
              </a:pPr>
              <a:t>‹#›</a:t>
            </a:fld>
            <a:endParaRPr lang="en-US" altLang="en-US"/>
          </a:p>
        </p:txBody>
      </p:sp>
    </p:spTree>
    <p:extLst>
      <p:ext uri="{BB962C8B-B14F-4D97-AF65-F5344CB8AC3E}">
        <p14:creationId xmlns:p14="http://schemas.microsoft.com/office/powerpoint/2010/main" val="241875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 name="Google Shape;8;p1">
            <a:extLst>
              <a:ext uri="{FF2B5EF4-FFF2-40B4-BE49-F238E27FC236}">
                <a16:creationId xmlns:a16="http://schemas.microsoft.com/office/drawing/2014/main" id="{7C2EF83B-6406-DC81-50BE-FE0DF8B1227B}"/>
              </a:ext>
            </a:extLst>
          </p:cNvPr>
          <p:cNvSpPr txBox="1">
            <a:spLocks noGrp="1"/>
          </p:cNvSpPr>
          <p:nvPr>
            <p:ph type="sldNum" idx="13"/>
          </p:nvPr>
        </p:nvSpPr>
        <p:spPr>
          <a:ln/>
        </p:spPr>
        <p:txBody>
          <a:bodyPr/>
          <a:lstStyle>
            <a:lvl1pPr>
              <a:defRPr/>
            </a:lvl1pPr>
          </a:lstStyle>
          <a:p>
            <a:pPr>
              <a:defRPr/>
            </a:pPr>
            <a:fld id="{6D8B61AB-8056-406B-B6A4-E1A1E43CD8A7}" type="slidenum">
              <a:rPr lang="en-US" altLang="en-US"/>
              <a:pPr>
                <a:defRPr/>
              </a:pPr>
              <a:t>‹#›</a:t>
            </a:fld>
            <a:endParaRPr lang="en-US" altLang="en-US"/>
          </a:p>
        </p:txBody>
      </p:sp>
    </p:spTree>
    <p:extLst>
      <p:ext uri="{BB962C8B-B14F-4D97-AF65-F5344CB8AC3E}">
        <p14:creationId xmlns:p14="http://schemas.microsoft.com/office/powerpoint/2010/main" val="2034703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anchor="b">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 name="Google Shape;8;p1">
            <a:extLst>
              <a:ext uri="{FF2B5EF4-FFF2-40B4-BE49-F238E27FC236}">
                <a16:creationId xmlns:a16="http://schemas.microsoft.com/office/drawing/2014/main" id="{12CE558F-8D17-AB14-3C94-4766AC039857}"/>
              </a:ext>
            </a:extLst>
          </p:cNvPr>
          <p:cNvSpPr txBox="1">
            <a:spLocks noGrp="1"/>
          </p:cNvSpPr>
          <p:nvPr>
            <p:ph type="sldNum" idx="13"/>
          </p:nvPr>
        </p:nvSpPr>
        <p:spPr>
          <a:ln/>
        </p:spPr>
        <p:txBody>
          <a:bodyPr/>
          <a:lstStyle>
            <a:lvl1pPr>
              <a:defRPr/>
            </a:lvl1pPr>
          </a:lstStyle>
          <a:p>
            <a:pPr>
              <a:defRPr/>
            </a:pPr>
            <a:fld id="{1FF0F07F-BD0E-4A07-A4BA-167C80550D49}" type="slidenum">
              <a:rPr lang="en-US" altLang="en-US"/>
              <a:pPr>
                <a:defRPr/>
              </a:pPr>
              <a:t>‹#›</a:t>
            </a:fld>
            <a:endParaRPr lang="en-US" altLang="en-US"/>
          </a:p>
        </p:txBody>
      </p:sp>
    </p:spTree>
    <p:extLst>
      <p:ext uri="{BB962C8B-B14F-4D97-AF65-F5344CB8AC3E}">
        <p14:creationId xmlns:p14="http://schemas.microsoft.com/office/powerpoint/2010/main" val="169489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anchor="ctr">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 name="Google Shape;8;p1">
            <a:extLst>
              <a:ext uri="{FF2B5EF4-FFF2-40B4-BE49-F238E27FC236}">
                <a16:creationId xmlns:a16="http://schemas.microsoft.com/office/drawing/2014/main" id="{ED8C2003-0FD0-79CB-0A06-59574A7B2FA5}"/>
              </a:ext>
            </a:extLst>
          </p:cNvPr>
          <p:cNvSpPr txBox="1">
            <a:spLocks noGrp="1"/>
          </p:cNvSpPr>
          <p:nvPr>
            <p:ph type="sldNum" idx="13"/>
          </p:nvPr>
        </p:nvSpPr>
        <p:spPr>
          <a:ln/>
        </p:spPr>
        <p:txBody>
          <a:bodyPr/>
          <a:lstStyle>
            <a:lvl1pPr>
              <a:defRPr/>
            </a:lvl1pPr>
          </a:lstStyle>
          <a:p>
            <a:pPr>
              <a:defRPr/>
            </a:pPr>
            <a:fld id="{1AA3C8E9-987E-4AE3-9E5F-595346DEE3CB}" type="slidenum">
              <a:rPr lang="en-US" altLang="en-US"/>
              <a:pPr>
                <a:defRPr/>
              </a:pPr>
              <a:t>‹#›</a:t>
            </a:fld>
            <a:endParaRPr lang="en-US" altLang="en-US"/>
          </a:p>
        </p:txBody>
      </p:sp>
    </p:spTree>
    <p:extLst>
      <p:ext uri="{BB962C8B-B14F-4D97-AF65-F5344CB8AC3E}">
        <p14:creationId xmlns:p14="http://schemas.microsoft.com/office/powerpoint/2010/main" val="451634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2" name="Google Shape;36;p9">
            <a:extLst>
              <a:ext uri="{FF2B5EF4-FFF2-40B4-BE49-F238E27FC236}">
                <a16:creationId xmlns:a16="http://schemas.microsoft.com/office/drawing/2014/main" id="{38C43363-93B6-8BE1-BAD5-9C9F145C87BE}"/>
              </a:ext>
            </a:extLst>
          </p:cNvPr>
          <p:cNvSpPr>
            <a:spLocks noChangeArrowheads="1"/>
          </p:cNvSpPr>
          <p:nvPr/>
        </p:nvSpPr>
        <p:spPr bwMode="auto">
          <a:xfrm>
            <a:off x="4572000" y="0"/>
            <a:ext cx="4572000" cy="5143500"/>
          </a:xfrm>
          <a:prstGeom prst="rect">
            <a:avLst/>
          </a:prstGeom>
          <a:solidFill>
            <a:schemeClr val="tx2"/>
          </a:solidFill>
          <a:ln>
            <a:noFill/>
          </a:ln>
        </p:spPr>
        <p:txBody>
          <a:bodyPr lIns="91425" tIns="91425" rIns="91425" bIns="91425" anchor="ct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defRPr/>
            </a:pPr>
            <a:endParaRPr lang="en-US" altLang="en-US"/>
          </a:p>
        </p:txBody>
      </p:sp>
      <p:sp>
        <p:nvSpPr>
          <p:cNvPr id="37" name="Google Shape;37;p9"/>
          <p:cNvSpPr txBox="1">
            <a:spLocks noGrp="1"/>
          </p:cNvSpPr>
          <p:nvPr>
            <p:ph type="title"/>
          </p:nvPr>
        </p:nvSpPr>
        <p:spPr>
          <a:xfrm>
            <a:off x="265500" y="1233175"/>
            <a:ext cx="4045200" cy="1482300"/>
          </a:xfrm>
          <a:prstGeom prst="rect">
            <a:avLst/>
          </a:prstGeom>
        </p:spPr>
        <p:txBody>
          <a:bodyPr spcFirstLastPara="1" anchor="b">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anchor="ctr">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 name="Google Shape;40;p9">
            <a:extLst>
              <a:ext uri="{FF2B5EF4-FFF2-40B4-BE49-F238E27FC236}">
                <a16:creationId xmlns:a16="http://schemas.microsoft.com/office/drawing/2014/main" id="{7E6A6310-BA34-6479-3D8D-F27FD994F723}"/>
              </a:ext>
            </a:extLst>
          </p:cNvPr>
          <p:cNvSpPr txBox="1">
            <a:spLocks noGrp="1"/>
          </p:cNvSpPr>
          <p:nvPr>
            <p:ph type="sldNum" idx="10"/>
          </p:nvPr>
        </p:nvSpPr>
        <p:spPr/>
        <p:txBody>
          <a:bodyPr/>
          <a:lstStyle>
            <a:lvl1pPr>
              <a:defRPr/>
            </a:lvl1pPr>
          </a:lstStyle>
          <a:p>
            <a:pPr>
              <a:defRPr/>
            </a:pPr>
            <a:fld id="{58C75061-0BED-4F9A-BF43-C74C043B706E}" type="slidenum">
              <a:rPr lang="en-US" altLang="en-US"/>
              <a:pPr>
                <a:defRPr/>
              </a:pPr>
              <a:t>‹#›</a:t>
            </a:fld>
            <a:endParaRPr lang="en-US" altLang="en-US"/>
          </a:p>
        </p:txBody>
      </p:sp>
    </p:spTree>
    <p:extLst>
      <p:ext uri="{BB962C8B-B14F-4D97-AF65-F5344CB8AC3E}">
        <p14:creationId xmlns:p14="http://schemas.microsoft.com/office/powerpoint/2010/main" val="4123922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anchor="ctr">
            <a:noAutofit/>
          </a:bodyPr>
          <a:lstStyle>
            <a:lvl1pPr marL="457200" lvl="0" indent="-228600">
              <a:lnSpc>
                <a:spcPct val="100000"/>
              </a:lnSpc>
              <a:spcBef>
                <a:spcPts val="0"/>
              </a:spcBef>
              <a:spcAft>
                <a:spcPts val="0"/>
              </a:spcAft>
              <a:buSzPts val="1800"/>
              <a:buNone/>
              <a:defRPr/>
            </a:lvl1pPr>
          </a:lstStyle>
          <a:p>
            <a:endParaRPr/>
          </a:p>
        </p:txBody>
      </p:sp>
      <p:sp>
        <p:nvSpPr>
          <p:cNvPr id="2" name="Google Shape;8;p1">
            <a:extLst>
              <a:ext uri="{FF2B5EF4-FFF2-40B4-BE49-F238E27FC236}">
                <a16:creationId xmlns:a16="http://schemas.microsoft.com/office/drawing/2014/main" id="{1C26D03D-620A-4D95-5C5B-E69BF1F1C108}"/>
              </a:ext>
            </a:extLst>
          </p:cNvPr>
          <p:cNvSpPr txBox="1">
            <a:spLocks noGrp="1"/>
          </p:cNvSpPr>
          <p:nvPr>
            <p:ph type="sldNum" idx="13"/>
          </p:nvPr>
        </p:nvSpPr>
        <p:spPr>
          <a:ln/>
        </p:spPr>
        <p:txBody>
          <a:bodyPr/>
          <a:lstStyle>
            <a:lvl1pPr>
              <a:defRPr/>
            </a:lvl1pPr>
          </a:lstStyle>
          <a:p>
            <a:pPr>
              <a:defRPr/>
            </a:pPr>
            <a:fld id="{02EC72F9-CF6F-4BE4-A655-E7BF09312DC3}" type="slidenum">
              <a:rPr lang="en-US" altLang="en-US"/>
              <a:pPr>
                <a:defRPr/>
              </a:pPr>
              <a:t>‹#›</a:t>
            </a:fld>
            <a:endParaRPr lang="en-US" altLang="en-US"/>
          </a:p>
        </p:txBody>
      </p:sp>
    </p:spTree>
    <p:extLst>
      <p:ext uri="{BB962C8B-B14F-4D97-AF65-F5344CB8AC3E}">
        <p14:creationId xmlns:p14="http://schemas.microsoft.com/office/powerpoint/2010/main" val="418833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p:nvPr>
        </p:nvSpPr>
        <p:spPr>
          <a:xfrm>
            <a:off x="311700" y="1106125"/>
            <a:ext cx="8520600" cy="1963500"/>
          </a:xfrm>
          <a:prstGeom prst="rect">
            <a:avLst/>
          </a:prstGeom>
        </p:spPr>
        <p:txBody>
          <a:bodyPr spcFirstLastPara="1" anchor="b">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lang="en-US"/>
              <a:t>Click to edit Master title style</a:t>
            </a:r>
            <a:endParaRP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2" name="Google Shape;8;p1">
            <a:extLst>
              <a:ext uri="{FF2B5EF4-FFF2-40B4-BE49-F238E27FC236}">
                <a16:creationId xmlns:a16="http://schemas.microsoft.com/office/drawing/2014/main" id="{8C31B8B1-1CD1-8392-E993-9B9BC568924F}"/>
              </a:ext>
            </a:extLst>
          </p:cNvPr>
          <p:cNvSpPr txBox="1">
            <a:spLocks noGrp="1"/>
          </p:cNvSpPr>
          <p:nvPr>
            <p:ph type="sldNum" idx="13"/>
          </p:nvPr>
        </p:nvSpPr>
        <p:spPr>
          <a:ln/>
        </p:spPr>
        <p:txBody>
          <a:bodyPr/>
          <a:lstStyle>
            <a:lvl1pPr>
              <a:defRPr/>
            </a:lvl1pPr>
          </a:lstStyle>
          <a:p>
            <a:pPr>
              <a:defRPr/>
            </a:pPr>
            <a:fld id="{D7B74C1D-522F-439E-A4F8-224CAAC9966A}" type="slidenum">
              <a:rPr lang="en-US" altLang="en-US"/>
              <a:pPr>
                <a:defRPr/>
              </a:pPr>
              <a:t>‹#›</a:t>
            </a:fld>
            <a:endParaRPr lang="en-US" altLang="en-US"/>
          </a:p>
        </p:txBody>
      </p:sp>
    </p:spTree>
    <p:extLst>
      <p:ext uri="{BB962C8B-B14F-4D97-AF65-F5344CB8AC3E}">
        <p14:creationId xmlns:p14="http://schemas.microsoft.com/office/powerpoint/2010/main" val="39322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2" name="Google Shape;8;p1">
            <a:extLst>
              <a:ext uri="{FF2B5EF4-FFF2-40B4-BE49-F238E27FC236}">
                <a16:creationId xmlns:a16="http://schemas.microsoft.com/office/drawing/2014/main" id="{2E17AC62-1F55-DB84-BDD9-B8CDA25D4282}"/>
              </a:ext>
            </a:extLst>
          </p:cNvPr>
          <p:cNvSpPr txBox="1">
            <a:spLocks noGrp="1"/>
          </p:cNvSpPr>
          <p:nvPr>
            <p:ph type="sldNum" idx="13"/>
          </p:nvPr>
        </p:nvSpPr>
        <p:spPr>
          <a:ln/>
        </p:spPr>
        <p:txBody>
          <a:bodyPr/>
          <a:lstStyle>
            <a:lvl1pPr>
              <a:defRPr/>
            </a:lvl1pPr>
          </a:lstStyle>
          <a:p>
            <a:pPr>
              <a:defRPr/>
            </a:pPr>
            <a:fld id="{8CD81A69-9B2B-4A5D-A059-AF491E785E29}" type="slidenum">
              <a:rPr lang="en-US" altLang="en-US"/>
              <a:pPr>
                <a:defRPr/>
              </a:pPr>
              <a:t>‹#›</a:t>
            </a:fld>
            <a:endParaRPr lang="en-US" altLang="en-US"/>
          </a:p>
        </p:txBody>
      </p:sp>
    </p:spTree>
    <p:extLst>
      <p:ext uri="{BB962C8B-B14F-4D97-AF65-F5344CB8AC3E}">
        <p14:creationId xmlns:p14="http://schemas.microsoft.com/office/powerpoint/2010/main" val="3610100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Google Shape;6;p1">
            <a:extLst>
              <a:ext uri="{FF2B5EF4-FFF2-40B4-BE49-F238E27FC236}">
                <a16:creationId xmlns:a16="http://schemas.microsoft.com/office/drawing/2014/main" id="{54CB8C59-6859-BF0E-458C-D55C6CFA52D2}"/>
              </a:ext>
            </a:extLst>
          </p:cNvPr>
          <p:cNvSpPr txBox="1">
            <a:spLocks noGrp="1"/>
          </p:cNvSpPr>
          <p:nvPr>
            <p:ph type="title"/>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027" name="Google Shape;7;p1">
            <a:extLst>
              <a:ext uri="{FF2B5EF4-FFF2-40B4-BE49-F238E27FC236}">
                <a16:creationId xmlns:a16="http://schemas.microsoft.com/office/drawing/2014/main" id="{EEEEE3F7-078C-9690-E564-E6B73AFD6872}"/>
              </a:ext>
            </a:extLst>
          </p:cNvPr>
          <p:cNvSpPr txBox="1">
            <a:spLocks noGrp="1"/>
          </p:cNvSpPr>
          <p:nvPr>
            <p:ph type="body" idx="1"/>
          </p:nvPr>
        </p:nvSpPr>
        <p:spPr bwMode="auto">
          <a:xfrm>
            <a:off x="311150" y="1152525"/>
            <a:ext cx="85217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028" name="Google Shape;8;p1">
            <a:extLst>
              <a:ext uri="{FF2B5EF4-FFF2-40B4-BE49-F238E27FC236}">
                <a16:creationId xmlns:a16="http://schemas.microsoft.com/office/drawing/2014/main" id="{693B9620-9367-F148-8288-D5D7463E14F8}"/>
              </a:ext>
            </a:extLst>
          </p:cNvPr>
          <p:cNvSpPr txBox="1">
            <a:spLocks noGrp="1"/>
          </p:cNvSpPr>
          <p:nvPr>
            <p:ph type="sldNum" idx="12"/>
          </p:nvPr>
        </p:nvSpPr>
        <p:spPr bwMode="auto">
          <a:xfrm>
            <a:off x="8472488" y="4662488"/>
            <a:ext cx="549275" cy="393700"/>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lvl1pPr algn="r" eaLnBrk="1" hangingPunct="1">
              <a:buClr>
                <a:srgbClr val="000000"/>
              </a:buClr>
              <a:buFont typeface="Arial" panose="020B0604020202020204" pitchFamily="34" charset="0"/>
              <a:buNone/>
              <a:defRPr sz="1000">
                <a:solidFill>
                  <a:srgbClr val="595959"/>
                </a:solidFill>
              </a:defRPr>
            </a:lvl1pPr>
          </a:lstStyle>
          <a:p>
            <a:pPr>
              <a:defRPr/>
            </a:pPr>
            <a:fld id="{D99C7298-F65F-4D88-B44E-58FFA21941F3}" type="slidenum">
              <a:rPr lang="en-US" altLang="en-US"/>
              <a:pPr>
                <a:defRPr/>
              </a:pPr>
              <a:t>‹#›</a:t>
            </a:fld>
            <a:endParaRPr lang="en-US" altLang="en-US"/>
          </a:p>
        </p:txBody>
      </p:sp>
    </p:spTree>
  </p:cSld>
  <p:clrMap bg1="lt1" tx1="dk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5" r:id="rId5"/>
    <p:sldLayoutId id="2147483762" r:id="rId6"/>
    <p:sldLayoutId id="2147483763" r:id="rId7"/>
    <p:sldLayoutId id="2147483764" r:id="rId8"/>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Google Shape;54;p13">
            <a:extLst>
              <a:ext uri="{FF2B5EF4-FFF2-40B4-BE49-F238E27FC236}">
                <a16:creationId xmlns:a16="http://schemas.microsoft.com/office/drawing/2014/main" id="{82C31A2F-19F3-B995-B686-F4D4EA55655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6075" y="46038"/>
            <a:ext cx="942975"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Google Shape;56;p13">
            <a:extLst>
              <a:ext uri="{FF2B5EF4-FFF2-40B4-BE49-F238E27FC236}">
                <a16:creationId xmlns:a16="http://schemas.microsoft.com/office/drawing/2014/main" id="{BFE25960-E12F-F16A-2111-4060EC2E4ECE}"/>
              </a:ext>
            </a:extLst>
          </p:cNvPr>
          <p:cNvSpPr>
            <a:spLocks noChangeArrowheads="1"/>
          </p:cNvSpPr>
          <p:nvPr/>
        </p:nvSpPr>
        <p:spPr bwMode="auto">
          <a:xfrm>
            <a:off x="11113" y="1194729"/>
            <a:ext cx="9144000" cy="1426891"/>
          </a:xfrm>
          <a:prstGeom prst="rect">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None/>
            </a:pPr>
            <a:r>
              <a:rPr lang="en-IN" sz="2400" b="1" dirty="0" err="1">
                <a:solidFill>
                  <a:schemeClr val="bg1"/>
                </a:solidFill>
              </a:rPr>
              <a:t>DermaSense</a:t>
            </a:r>
            <a:r>
              <a:rPr lang="en-IN" sz="2400" b="1" dirty="0">
                <a:solidFill>
                  <a:schemeClr val="bg1"/>
                </a:solidFill>
              </a:rPr>
              <a:t> AI</a:t>
            </a:r>
          </a:p>
          <a:p>
            <a:pPr>
              <a:buNone/>
            </a:pPr>
            <a:r>
              <a:rPr lang="en-IN" sz="2400" b="1" i="1" dirty="0">
                <a:solidFill>
                  <a:schemeClr val="bg1"/>
                </a:solidFill>
              </a:rPr>
              <a:t>Intelligent Skin Health, Disease Detection &amp; Personalized Beauty Care Assistant</a:t>
            </a:r>
            <a:endParaRPr lang="en-IN" sz="2400" b="1" dirty="0">
              <a:solidFill>
                <a:schemeClr val="bg1"/>
              </a:solidFill>
            </a:endParaRPr>
          </a:p>
          <a:p>
            <a:pPr algn="ctr" eaLnBrk="1" hangingPunct="1">
              <a:buFont typeface="Arial" panose="020B0604020202020204" pitchFamily="34" charset="0"/>
              <a:buNone/>
            </a:pPr>
            <a:endParaRPr lang="en-US" altLang="en-US" sz="22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7" name="Google Shape;57;p13">
            <a:extLst>
              <a:ext uri="{FF2B5EF4-FFF2-40B4-BE49-F238E27FC236}">
                <a16:creationId xmlns:a16="http://schemas.microsoft.com/office/drawing/2014/main" id="{72C88D42-404A-3118-62F5-F804D49A3D56}"/>
              </a:ext>
            </a:extLst>
          </p:cNvPr>
          <p:cNvSpPr txBox="1"/>
          <p:nvPr/>
        </p:nvSpPr>
        <p:spPr>
          <a:xfrm>
            <a:off x="11113" y="3235325"/>
            <a:ext cx="3757999" cy="1882775"/>
          </a:xfrm>
          <a:prstGeom prst="rect">
            <a:avLst/>
          </a:prstGeom>
          <a:noFill/>
          <a:ln>
            <a:noFill/>
          </a:ln>
        </p:spPr>
        <p:txBody>
          <a:bodyPr spcFirstLastPara="1" lIns="91425" tIns="91425" rIns="91425" bIns="91425"/>
          <a:lstStyle/>
          <a:p>
            <a:pPr eaLnBrk="1" fontAlgn="auto" hangingPunct="1">
              <a:spcBef>
                <a:spcPts val="0"/>
              </a:spcBef>
              <a:spcAft>
                <a:spcPts val="0"/>
              </a:spcAft>
              <a:buClr>
                <a:srgbClr val="000000"/>
              </a:buClr>
              <a:buFont typeface="Arial"/>
              <a:buNone/>
              <a:defRPr/>
            </a:pPr>
            <a:r>
              <a:rPr lang="en" sz="1500" b="1" i="1" kern="0" dirty="0">
                <a:solidFill>
                  <a:schemeClr val="accent5"/>
                </a:solidFill>
                <a:latin typeface="Times New Roman"/>
                <a:ea typeface="Times New Roman"/>
                <a:cs typeface="Times New Roman"/>
                <a:sym typeface="Times New Roman"/>
              </a:rPr>
              <a:t>Presented By</a:t>
            </a:r>
            <a:endParaRPr sz="1500" b="1" i="1" kern="0" dirty="0">
              <a:solidFill>
                <a:schemeClr val="accent5"/>
              </a:solidFill>
              <a:latin typeface="Times New Roman"/>
              <a:ea typeface="Times New Roman"/>
              <a:cs typeface="Times New Roman"/>
              <a:sym typeface="Times New Roman"/>
            </a:endParaRPr>
          </a:p>
          <a:p>
            <a:pPr eaLnBrk="1" fontAlgn="auto" hangingPunct="1">
              <a:lnSpc>
                <a:spcPct val="150000"/>
              </a:lnSpc>
              <a:spcBef>
                <a:spcPts val="0"/>
              </a:spcBef>
              <a:spcAft>
                <a:spcPts val="0"/>
              </a:spcAft>
              <a:buClr>
                <a:srgbClr val="000000"/>
              </a:buClr>
              <a:buFont typeface="Arial"/>
              <a:buNone/>
              <a:defRPr/>
            </a:pPr>
            <a:r>
              <a:rPr lang="en-US" sz="1500" b="1" kern="0" dirty="0">
                <a:latin typeface="Times New Roman"/>
                <a:ea typeface="Times New Roman"/>
                <a:cs typeface="Times New Roman"/>
                <a:sym typeface="Times New Roman"/>
              </a:rPr>
              <a:t>SUBIKSEN  V S (2303811710421160)</a:t>
            </a:r>
          </a:p>
          <a:p>
            <a:pPr eaLnBrk="1" fontAlgn="auto" hangingPunct="1">
              <a:spcBef>
                <a:spcPts val="0"/>
              </a:spcBef>
              <a:spcAft>
                <a:spcPts val="0"/>
              </a:spcAft>
              <a:buClr>
                <a:srgbClr val="000000"/>
              </a:buClr>
              <a:defRPr/>
            </a:pPr>
            <a:r>
              <a:rPr lang="en-US" sz="1500" b="1" kern="0" dirty="0">
                <a:latin typeface="Times New Roman"/>
                <a:ea typeface="Times New Roman"/>
                <a:cs typeface="Times New Roman"/>
                <a:sym typeface="Times New Roman"/>
              </a:rPr>
              <a:t>S UMAN S (2303811710421161)</a:t>
            </a:r>
          </a:p>
          <a:p>
            <a:pPr eaLnBrk="1" fontAlgn="auto" hangingPunct="1">
              <a:spcBef>
                <a:spcPts val="0"/>
              </a:spcBef>
              <a:spcAft>
                <a:spcPts val="0"/>
              </a:spcAft>
              <a:buClr>
                <a:srgbClr val="000000"/>
              </a:buClr>
              <a:defRPr/>
            </a:pPr>
            <a:r>
              <a:rPr lang="en-US" sz="1500" b="1" kern="0" dirty="0">
                <a:latin typeface="Times New Roman"/>
                <a:ea typeface="Times New Roman"/>
                <a:cs typeface="Times New Roman"/>
                <a:sym typeface="Times New Roman"/>
              </a:rPr>
              <a:t>SURYA P (2303811710421163) </a:t>
            </a:r>
          </a:p>
          <a:p>
            <a:pPr eaLnBrk="1" fontAlgn="auto" hangingPunct="1">
              <a:spcBef>
                <a:spcPts val="0"/>
              </a:spcBef>
              <a:spcAft>
                <a:spcPts val="0"/>
              </a:spcAft>
              <a:buClr>
                <a:srgbClr val="000000"/>
              </a:buClr>
              <a:defRPr/>
            </a:pPr>
            <a:r>
              <a:rPr lang="en-US" sz="1500" b="1" kern="0" dirty="0">
                <a:latin typeface="Times New Roman"/>
                <a:ea typeface="Times New Roman"/>
                <a:cs typeface="Times New Roman"/>
                <a:sym typeface="Times New Roman"/>
              </a:rPr>
              <a:t>TAMIL MUGILAN D (2303811710421163)</a:t>
            </a:r>
          </a:p>
          <a:p>
            <a:pPr eaLnBrk="1" fontAlgn="auto" hangingPunct="1">
              <a:spcBef>
                <a:spcPts val="0"/>
              </a:spcBef>
              <a:spcAft>
                <a:spcPts val="0"/>
              </a:spcAft>
              <a:buClr>
                <a:srgbClr val="000000"/>
              </a:buClr>
              <a:defRPr/>
            </a:pPr>
            <a:endParaRPr lang="en-US" sz="1500" b="1" kern="0" dirty="0">
              <a:latin typeface="Times New Roman"/>
              <a:ea typeface="Times New Roman"/>
              <a:cs typeface="Times New Roman"/>
              <a:sym typeface="Times New Roman"/>
            </a:endParaRPr>
          </a:p>
          <a:p>
            <a:pPr eaLnBrk="1" fontAlgn="auto" hangingPunct="1">
              <a:spcBef>
                <a:spcPts val="0"/>
              </a:spcBef>
              <a:spcAft>
                <a:spcPts val="0"/>
              </a:spcAft>
              <a:buClr>
                <a:srgbClr val="000000"/>
              </a:buClr>
              <a:buFont typeface="Arial"/>
              <a:buNone/>
              <a:defRPr/>
            </a:pPr>
            <a:endParaRPr sz="1500" b="1" i="1" kern="0" dirty="0">
              <a:latin typeface="Times New Roman"/>
              <a:ea typeface="Times New Roman"/>
              <a:cs typeface="Times New Roman"/>
              <a:sym typeface="Times New Roman"/>
            </a:endParaRPr>
          </a:p>
        </p:txBody>
      </p:sp>
      <p:sp>
        <p:nvSpPr>
          <p:cNvPr id="58" name="Google Shape;58;p13">
            <a:extLst>
              <a:ext uri="{FF2B5EF4-FFF2-40B4-BE49-F238E27FC236}">
                <a16:creationId xmlns:a16="http://schemas.microsoft.com/office/drawing/2014/main" id="{E3854518-8074-A71A-02BB-A75B7FD39E69}"/>
              </a:ext>
            </a:extLst>
          </p:cNvPr>
          <p:cNvSpPr txBox="1"/>
          <p:nvPr/>
        </p:nvSpPr>
        <p:spPr>
          <a:xfrm>
            <a:off x="6632575" y="3289300"/>
            <a:ext cx="2511425" cy="1338263"/>
          </a:xfrm>
          <a:prstGeom prst="rect">
            <a:avLst/>
          </a:prstGeom>
          <a:noFill/>
          <a:ln>
            <a:noFill/>
          </a:ln>
        </p:spPr>
        <p:txBody>
          <a:bodyPr spcFirstLastPara="1" lIns="91425" tIns="91425" rIns="91425" bIns="91425"/>
          <a:lstStyle/>
          <a:p>
            <a:pPr eaLnBrk="1" fontAlgn="auto" hangingPunct="1">
              <a:spcBef>
                <a:spcPts val="0"/>
              </a:spcBef>
              <a:spcAft>
                <a:spcPts val="0"/>
              </a:spcAft>
              <a:buClr>
                <a:srgbClr val="000000"/>
              </a:buClr>
              <a:buFont typeface="Arial"/>
              <a:buNone/>
              <a:defRPr/>
            </a:pPr>
            <a:r>
              <a:rPr lang="en" sz="1500" b="1" i="1" kern="0" dirty="0">
                <a:solidFill>
                  <a:schemeClr val="accent5"/>
                </a:solidFill>
                <a:latin typeface="Times New Roman"/>
                <a:ea typeface="Times New Roman"/>
                <a:cs typeface="Times New Roman"/>
                <a:sym typeface="Times New Roman"/>
              </a:rPr>
              <a:t>Under the Guidance of</a:t>
            </a:r>
            <a:endParaRPr lang="en-IN" sz="1500" b="1" i="1" kern="0" dirty="0">
              <a:solidFill>
                <a:schemeClr val="accent5"/>
              </a:solidFill>
              <a:latin typeface="Times New Roman"/>
              <a:ea typeface="Times New Roman"/>
              <a:cs typeface="Times New Roman"/>
              <a:sym typeface="Times New Roman"/>
            </a:endParaRPr>
          </a:p>
          <a:p>
            <a:pPr eaLnBrk="1" fontAlgn="auto" hangingPunct="1">
              <a:lnSpc>
                <a:spcPct val="150000"/>
              </a:lnSpc>
              <a:spcBef>
                <a:spcPts val="0"/>
              </a:spcBef>
              <a:spcAft>
                <a:spcPts val="0"/>
              </a:spcAft>
              <a:buClr>
                <a:srgbClr val="000000"/>
              </a:buClr>
              <a:buFont typeface="Arial"/>
              <a:buNone/>
              <a:defRPr/>
            </a:pPr>
            <a:r>
              <a:rPr lang="en-US" sz="1500" b="1" kern="0" dirty="0">
                <a:latin typeface="Times New Roman"/>
                <a:ea typeface="Times New Roman"/>
                <a:cs typeface="Times New Roman"/>
                <a:sym typeface="Times New Roman"/>
              </a:rPr>
              <a:t>Ms. S. KEERTHANA</a:t>
            </a:r>
            <a:endParaRPr lang="en-IN" sz="1500" b="1" kern="0" dirty="0">
              <a:latin typeface="Times New Roman"/>
              <a:ea typeface="Times New Roman"/>
              <a:cs typeface="Times New Roman"/>
              <a:sym typeface="Times New Roman"/>
            </a:endParaRPr>
          </a:p>
          <a:p>
            <a:pPr eaLnBrk="1" fontAlgn="auto" hangingPunct="1">
              <a:lnSpc>
                <a:spcPct val="150000"/>
              </a:lnSpc>
              <a:spcBef>
                <a:spcPts val="0"/>
              </a:spcBef>
              <a:spcAft>
                <a:spcPts val="0"/>
              </a:spcAft>
              <a:buClr>
                <a:srgbClr val="000000"/>
              </a:buClr>
              <a:buFont typeface="Arial"/>
              <a:buNone/>
              <a:defRPr/>
            </a:pPr>
            <a:r>
              <a:rPr lang="en-US" sz="1500" b="1" kern="0" dirty="0">
                <a:latin typeface="Times New Roman"/>
                <a:ea typeface="Times New Roman"/>
                <a:cs typeface="Times New Roman"/>
                <a:sym typeface="Times New Roman"/>
              </a:rPr>
              <a:t>ASSISTANT PROFESSOR,</a:t>
            </a:r>
          </a:p>
          <a:p>
            <a:pPr eaLnBrk="1" fontAlgn="auto" hangingPunct="1">
              <a:lnSpc>
                <a:spcPct val="150000"/>
              </a:lnSpc>
              <a:spcBef>
                <a:spcPts val="0"/>
              </a:spcBef>
              <a:spcAft>
                <a:spcPts val="0"/>
              </a:spcAft>
              <a:buClr>
                <a:srgbClr val="000000"/>
              </a:buClr>
              <a:buFont typeface="Arial"/>
              <a:buNone/>
              <a:defRPr/>
            </a:pPr>
            <a:r>
              <a:rPr lang="en-US" sz="1500" b="1" kern="0" dirty="0">
                <a:latin typeface="Times New Roman"/>
                <a:ea typeface="Times New Roman"/>
                <a:cs typeface="Times New Roman"/>
                <a:sym typeface="Times New Roman"/>
              </a:rPr>
              <a:t>DEPT OF CSE,</a:t>
            </a:r>
          </a:p>
          <a:p>
            <a:pPr eaLnBrk="1" fontAlgn="auto" hangingPunct="1">
              <a:lnSpc>
                <a:spcPct val="150000"/>
              </a:lnSpc>
              <a:spcBef>
                <a:spcPts val="0"/>
              </a:spcBef>
              <a:spcAft>
                <a:spcPts val="0"/>
              </a:spcAft>
              <a:buClr>
                <a:srgbClr val="000000"/>
              </a:buClr>
              <a:buFont typeface="Arial"/>
              <a:buNone/>
              <a:defRPr/>
            </a:pPr>
            <a:r>
              <a:rPr lang="en-US" sz="1500" b="1" kern="0" dirty="0">
                <a:latin typeface="Times New Roman"/>
                <a:ea typeface="Times New Roman"/>
                <a:cs typeface="Times New Roman"/>
                <a:sym typeface="Times New Roman"/>
              </a:rPr>
              <a:t>KRCT.</a:t>
            </a:r>
            <a:endParaRPr sz="1500" b="1" kern="0" dirty="0">
              <a:latin typeface="Times New Roman"/>
              <a:ea typeface="Times New Roman"/>
              <a:cs typeface="Times New Roman"/>
              <a:sym typeface="Times New Roman"/>
            </a:endParaRPr>
          </a:p>
          <a:p>
            <a:pPr eaLnBrk="1" fontAlgn="auto" hangingPunct="1">
              <a:spcBef>
                <a:spcPts val="0"/>
              </a:spcBef>
              <a:spcAft>
                <a:spcPts val="0"/>
              </a:spcAft>
              <a:buClr>
                <a:srgbClr val="000000"/>
              </a:buClr>
              <a:buFont typeface="Arial"/>
              <a:buNone/>
              <a:defRPr/>
            </a:pPr>
            <a:endParaRPr sz="1500" b="1" i="1" kern="0" dirty="0">
              <a:latin typeface="Times New Roman"/>
              <a:ea typeface="Times New Roman"/>
              <a:cs typeface="Times New Roman"/>
              <a:sym typeface="Times New Roman"/>
            </a:endParaRPr>
          </a:p>
        </p:txBody>
      </p:sp>
      <p:pic>
        <p:nvPicPr>
          <p:cNvPr id="4102" name="Picture 2">
            <a:extLst>
              <a:ext uri="{FF2B5EF4-FFF2-40B4-BE49-F238E27FC236}">
                <a16:creationId xmlns:a16="http://schemas.microsoft.com/office/drawing/2014/main" id="{1DD3CCF1-067A-D096-B94B-77A1435B4B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50" y="-10319"/>
            <a:ext cx="4572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Google Shape;64;p14">
            <a:extLst>
              <a:ext uri="{FF2B5EF4-FFF2-40B4-BE49-F238E27FC236}">
                <a16:creationId xmlns:a16="http://schemas.microsoft.com/office/drawing/2014/main" id="{4375B4A7-7834-269D-E01A-C599829D07A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025" y="20638"/>
            <a:ext cx="80168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Google Shape;65;p14">
            <a:extLst>
              <a:ext uri="{FF2B5EF4-FFF2-40B4-BE49-F238E27FC236}">
                <a16:creationId xmlns:a16="http://schemas.microsoft.com/office/drawing/2014/main" id="{27CE846F-7F86-46B7-8D01-A4BAF099D533}"/>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038" y="0"/>
            <a:ext cx="8763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Google Shape;66;p14">
            <a:extLst>
              <a:ext uri="{FF2B5EF4-FFF2-40B4-BE49-F238E27FC236}">
                <a16:creationId xmlns:a16="http://schemas.microsoft.com/office/drawing/2014/main" id="{6EB9F0F2-4748-2886-9D81-C9E7461199B8}"/>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CONTENTS</a:t>
            </a:r>
          </a:p>
        </p:txBody>
      </p:sp>
      <p:sp>
        <p:nvSpPr>
          <p:cNvPr id="5" name="Google Shape;58;p13">
            <a:extLst>
              <a:ext uri="{FF2B5EF4-FFF2-40B4-BE49-F238E27FC236}">
                <a16:creationId xmlns:a16="http://schemas.microsoft.com/office/drawing/2014/main" id="{C974FB76-801F-FA5E-4E37-D9DE529EB253}"/>
              </a:ext>
            </a:extLst>
          </p:cNvPr>
          <p:cNvSpPr txBox="1"/>
          <p:nvPr/>
        </p:nvSpPr>
        <p:spPr>
          <a:xfrm>
            <a:off x="1146175" y="817563"/>
            <a:ext cx="7281863" cy="4305300"/>
          </a:xfrm>
          <a:prstGeom prst="rect">
            <a:avLst/>
          </a:prstGeom>
          <a:noFill/>
          <a:ln>
            <a:noFill/>
          </a:ln>
        </p:spPr>
        <p:txBody>
          <a:bodyPr spcFirstLastPara="1" lIns="91425" tIns="91425" rIns="91425" bIns="91425"/>
          <a:lstStyle/>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sz="1500" b="1" kern="0" dirty="0">
                <a:latin typeface="Times New Roman"/>
                <a:ea typeface="Times New Roman"/>
                <a:cs typeface="Times New Roman"/>
                <a:sym typeface="Times New Roman"/>
              </a:rPr>
              <a:t>PROBLEM IDENTIFICATION</a:t>
            </a: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sz="1500" b="1" kern="0" dirty="0">
                <a:latin typeface="Times New Roman"/>
                <a:ea typeface="Times New Roman"/>
                <a:cs typeface="Times New Roman"/>
                <a:sym typeface="Times New Roman"/>
              </a:rPr>
              <a:t>ABSTRACT</a:t>
            </a: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sz="1500" b="1" kern="0" dirty="0">
                <a:latin typeface="Times New Roman"/>
                <a:cs typeface="Times New Roman"/>
              </a:rPr>
              <a:t>OBJECTIVES AND SCOPE OF THE PROJECT</a:t>
            </a: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altLang="en-US" sz="1600" b="1" dirty="0">
                <a:latin typeface="Times New Roman" panose="02020603050405020304" pitchFamily="18" charset="0"/>
              </a:rPr>
              <a:t>EXISTING SYSTEM</a:t>
            </a: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altLang="en-US" sz="1600" b="1" dirty="0">
                <a:latin typeface="Times New Roman" panose="02020603050405020304" pitchFamily="18" charset="0"/>
              </a:rPr>
              <a:t>PROPOSED SYSTEM </a:t>
            </a:r>
          </a:p>
          <a:p>
            <a:pPr lvl="1" algn="just" eaLnBrk="1" hangingPunct="1">
              <a:lnSpc>
                <a:spcPct val="120000"/>
              </a:lnSpc>
              <a:spcBef>
                <a:spcPts val="325"/>
              </a:spcBef>
              <a:buClr>
                <a:srgbClr val="000000"/>
              </a:buClr>
              <a:buSzPct val="100000"/>
              <a:buFont typeface="Wingdings" panose="05000000000000000000" pitchFamily="2" charset="2"/>
              <a:buChar char=""/>
              <a:defRPr/>
            </a:pPr>
            <a:r>
              <a:rPr lang="en-US" altLang="en-US" sz="1600" b="1" dirty="0">
                <a:latin typeface="Times New Roman" panose="02020603050405020304" pitchFamily="18" charset="0"/>
              </a:rPr>
              <a:t>ARCHITECTURE DIAGRAM OF PROPOSED SYSTEM</a:t>
            </a:r>
          </a:p>
          <a:p>
            <a:pPr lvl="1" algn="just" eaLnBrk="1" hangingPunct="1">
              <a:lnSpc>
                <a:spcPct val="120000"/>
              </a:lnSpc>
              <a:spcBef>
                <a:spcPts val="325"/>
              </a:spcBef>
              <a:buClr>
                <a:srgbClr val="000000"/>
              </a:buClr>
              <a:buSzPct val="100000"/>
              <a:buFont typeface="Wingdings" panose="05000000000000000000" pitchFamily="2" charset="2"/>
              <a:buChar char=""/>
              <a:defRPr/>
            </a:pPr>
            <a:r>
              <a:rPr lang="en-US" altLang="en-US" sz="1600" b="1" dirty="0">
                <a:latin typeface="Times New Roman" panose="02020603050405020304" pitchFamily="18" charset="0"/>
              </a:rPr>
              <a:t>METHODOLGY &amp; ALGORITHM DESCRIPTION</a:t>
            </a: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US" sz="1500" b="1" kern="0" dirty="0">
                <a:latin typeface="Times New Roman"/>
                <a:ea typeface="Times New Roman"/>
                <a:cs typeface="Times New Roman"/>
                <a:sym typeface="Times New Roman"/>
              </a:rPr>
              <a:t>HARDWARE AND SOFTWARE REQUIREMENTS/TECHNOLOGY STACK</a:t>
            </a:r>
            <a:endParaRPr lang="en-US" sz="1500" b="1" kern="0" dirty="0">
              <a:latin typeface="Times New Roman" panose="02020603050405020304" pitchFamily="18" charset="0"/>
              <a:ea typeface="Times New Roman"/>
              <a:cs typeface="Times New Roman" panose="02020603050405020304" pitchFamily="18" charset="0"/>
              <a:sym typeface="Times New Roman"/>
            </a:endParaRPr>
          </a:p>
          <a:p>
            <a:pPr marL="285750" indent="-285750" eaLnBrk="1" fontAlgn="auto" hangingPunct="1">
              <a:lnSpc>
                <a:spcPct val="150000"/>
              </a:lnSpc>
              <a:spcBef>
                <a:spcPts val="0"/>
              </a:spcBef>
              <a:spcAft>
                <a:spcPts val="0"/>
              </a:spcAft>
              <a:buClr>
                <a:srgbClr val="000000"/>
              </a:buClr>
              <a:buFont typeface="Wingdings" panose="05000000000000000000" pitchFamily="2" charset="2"/>
              <a:buChar char="v"/>
              <a:defRPr/>
            </a:pPr>
            <a:r>
              <a:rPr lang="en-IN" sz="1600" b="1" dirty="0">
                <a:latin typeface="Times New Roman" panose="02020603050405020304" pitchFamily="18" charset="0"/>
                <a:cs typeface="Times New Roman" panose="02020603050405020304" pitchFamily="18" charset="0"/>
              </a:rPr>
              <a:t>UI SCREENS/WIRE FRAMES</a:t>
            </a:r>
            <a:endParaRPr lang="en-US" sz="1500" b="1" kern="0" dirty="0">
              <a:latin typeface="Times New Roman" panose="02020603050405020304" pitchFamily="18" charset="0"/>
              <a:ea typeface="Times New Roman"/>
              <a:cs typeface="Times New Roman" panose="02020603050405020304" pitchFamily="18" charset="0"/>
              <a:sym typeface="Times New Roman"/>
            </a:endParaRPr>
          </a:p>
          <a:p>
            <a:pPr eaLnBrk="1" fontAlgn="auto" hangingPunct="1">
              <a:spcBef>
                <a:spcPts val="0"/>
              </a:spcBef>
              <a:spcAft>
                <a:spcPts val="0"/>
              </a:spcAft>
              <a:buClr>
                <a:srgbClr val="000000"/>
              </a:buClr>
              <a:buFont typeface="Arial"/>
              <a:buNone/>
              <a:defRPr/>
            </a:pPr>
            <a:endParaRPr lang="en-US" sz="1500" b="1" i="1" kern="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Google Shape;64;p14">
            <a:extLst>
              <a:ext uri="{FF2B5EF4-FFF2-40B4-BE49-F238E27FC236}">
                <a16:creationId xmlns:a16="http://schemas.microsoft.com/office/drawing/2014/main" id="{1A994694-DB68-D918-E908-4273013529E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0" y="0"/>
            <a:ext cx="801688"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Google Shape;65;p14">
            <a:extLst>
              <a:ext uri="{FF2B5EF4-FFF2-40B4-BE49-F238E27FC236}">
                <a16:creationId xmlns:a16="http://schemas.microsoft.com/office/drawing/2014/main" id="{10222823-4A62-D282-12FA-69BBA9B8DBA4}"/>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3" y="-206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Google Shape;66;p14">
            <a:extLst>
              <a:ext uri="{FF2B5EF4-FFF2-40B4-BE49-F238E27FC236}">
                <a16:creationId xmlns:a16="http://schemas.microsoft.com/office/drawing/2014/main" id="{C80F12B2-FFC2-3750-00C4-F15DEAA88923}"/>
              </a:ext>
            </a:extLst>
          </p:cNvPr>
          <p:cNvSpPr>
            <a:spLocks noChangeArrowheads="1"/>
          </p:cNvSpPr>
          <p:nvPr/>
        </p:nvSpPr>
        <p:spPr bwMode="auto">
          <a:xfrm>
            <a:off x="1092200" y="74613"/>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PROBLEM IDENTIFICATION</a:t>
            </a:r>
          </a:p>
        </p:txBody>
      </p:sp>
      <p:sp>
        <p:nvSpPr>
          <p:cNvPr id="5" name="Google Shape;58;p13">
            <a:extLst>
              <a:ext uri="{FF2B5EF4-FFF2-40B4-BE49-F238E27FC236}">
                <a16:creationId xmlns:a16="http://schemas.microsoft.com/office/drawing/2014/main" id="{70216EBE-45DE-2DAE-E61B-BBCEE3E743CB}"/>
              </a:ext>
            </a:extLst>
          </p:cNvPr>
          <p:cNvSpPr txBox="1"/>
          <p:nvPr/>
        </p:nvSpPr>
        <p:spPr>
          <a:xfrm>
            <a:off x="1092200" y="795338"/>
            <a:ext cx="7281863" cy="3678238"/>
          </a:xfrm>
          <a:prstGeom prst="rect">
            <a:avLst/>
          </a:prstGeom>
          <a:noFill/>
          <a:ln>
            <a:noFill/>
          </a:ln>
        </p:spPr>
        <p:txBody>
          <a:bodyPr spcFirstLastPara="1" lIns="91425" tIns="91425" rIns="91425" bIns="91425"/>
          <a:lstStyle/>
          <a:p>
            <a:r>
              <a:rPr lang="en-IN" sz="1600" b="1" dirty="0"/>
              <a:t>Problem Statement</a:t>
            </a:r>
          </a:p>
          <a:p>
            <a:pPr lvl="1"/>
            <a:r>
              <a:rPr lang="en-IN" sz="1600" dirty="0"/>
              <a:t>1.Skin diseases and skincare problems are increasing due to pollution, unhealthy lifestyles, stress, and environmental factors. Many people delay consulting 2.dermatologists because of high costs, lack of awareness, or limited access.</a:t>
            </a:r>
          </a:p>
          <a:p>
            <a:pPr lvl="1"/>
            <a:r>
              <a:rPr lang="en-IN" sz="1600" dirty="0"/>
              <a:t>3.Current skincare apps mainly provide product suggestions but fail to detect possible skin diseases or monitor skin health over time.</a:t>
            </a:r>
          </a:p>
          <a:p>
            <a:r>
              <a:rPr lang="en-IN" sz="1600" b="1" dirty="0"/>
              <a:t>Challenges</a:t>
            </a:r>
          </a:p>
          <a:p>
            <a:endParaRPr lang="en-IN" sz="1600" b="1" dirty="0"/>
          </a:p>
          <a:p>
            <a:pPr lvl="1"/>
            <a:r>
              <a:rPr lang="en-IN" sz="1600" dirty="0"/>
              <a:t>1.Lack of early skin disease screening </a:t>
            </a:r>
          </a:p>
          <a:p>
            <a:pPr lvl="1"/>
            <a:r>
              <a:rPr lang="en-IN" sz="1600" dirty="0"/>
              <a:t>2.Difficulty in identifying skin type </a:t>
            </a:r>
          </a:p>
          <a:p>
            <a:pPr lvl="1"/>
            <a:r>
              <a:rPr lang="en-IN" sz="1600" dirty="0"/>
              <a:t>3.No personalized skincare routine </a:t>
            </a:r>
          </a:p>
          <a:p>
            <a:pPr lvl="1"/>
            <a:r>
              <a:rPr lang="en-IN" sz="1600" dirty="0"/>
              <a:t>4.Limited progress tracking </a:t>
            </a:r>
          </a:p>
          <a:p>
            <a:pPr lvl="1"/>
            <a:r>
              <a:rPr lang="en-IN" sz="1600" dirty="0"/>
              <a:t>5.No environmental skin analysis </a:t>
            </a:r>
          </a:p>
          <a:p>
            <a:pPr lvl="1"/>
            <a:r>
              <a:rPr lang="en-IN" sz="1600" dirty="0"/>
              <a:t>6.Generic skincare recommendations </a:t>
            </a:r>
          </a:p>
          <a:p>
            <a:pPr lvl="1"/>
            <a:r>
              <a:rPr lang="en-IN" sz="1600" dirty="0"/>
              <a:t>7.Lack of AI-powered assistance</a:t>
            </a:r>
          </a:p>
          <a:p>
            <a:pPr eaLnBrk="1" fontAlgn="auto" hangingPunct="1">
              <a:spcBef>
                <a:spcPts val="0"/>
              </a:spcBef>
              <a:spcAft>
                <a:spcPts val="0"/>
              </a:spcAft>
              <a:buClr>
                <a:srgbClr val="000000"/>
              </a:buClr>
              <a:defRPr/>
            </a:pPr>
            <a:endParaRPr sz="1200" b="1" i="1" kern="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Google Shape;64;p14">
            <a:extLst>
              <a:ext uri="{FF2B5EF4-FFF2-40B4-BE49-F238E27FC236}">
                <a16:creationId xmlns:a16="http://schemas.microsoft.com/office/drawing/2014/main" id="{1F6BEBF6-55AF-290A-8E7C-5B0FC3BF192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Google Shape;65;p14">
            <a:extLst>
              <a:ext uri="{FF2B5EF4-FFF2-40B4-BE49-F238E27FC236}">
                <a16:creationId xmlns:a16="http://schemas.microsoft.com/office/drawing/2014/main" id="{C6F4AD22-5B2C-D576-40CF-E2E4474E7A7F}"/>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Google Shape;66;p14">
            <a:extLst>
              <a:ext uri="{FF2B5EF4-FFF2-40B4-BE49-F238E27FC236}">
                <a16:creationId xmlns:a16="http://schemas.microsoft.com/office/drawing/2014/main" id="{38914F27-323B-FF7E-4551-2D430D0283A8}"/>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ABSTRACT</a:t>
            </a:r>
          </a:p>
        </p:txBody>
      </p:sp>
      <p:sp>
        <p:nvSpPr>
          <p:cNvPr id="5" name="Google Shape;58;p13">
            <a:extLst>
              <a:ext uri="{FF2B5EF4-FFF2-40B4-BE49-F238E27FC236}">
                <a16:creationId xmlns:a16="http://schemas.microsoft.com/office/drawing/2014/main" id="{F7489DFE-F9EE-5C55-BD34-0938115068AA}"/>
              </a:ext>
            </a:extLst>
          </p:cNvPr>
          <p:cNvSpPr txBox="1"/>
          <p:nvPr/>
        </p:nvSpPr>
        <p:spPr>
          <a:xfrm>
            <a:off x="250515" y="1436106"/>
            <a:ext cx="8642970" cy="4615288"/>
          </a:xfrm>
          <a:prstGeom prst="rect">
            <a:avLst/>
          </a:prstGeom>
          <a:noFill/>
          <a:ln>
            <a:noFill/>
          </a:ln>
        </p:spPr>
        <p:txBody>
          <a:bodyPr spcFirstLastPara="1" lIns="91425" tIns="91425" rIns="91425" bIns="91425"/>
          <a:lstStyle/>
          <a:p>
            <a:r>
              <a:rPr lang="en-IN" sz="1600" dirty="0"/>
              <a:t>1.DermaSense AI is an AI-powered mobile application that combines skin disease screening with intelligent skincare assistance.</a:t>
            </a:r>
          </a:p>
          <a:p>
            <a:endParaRPr lang="en-IN" sz="1600" dirty="0"/>
          </a:p>
          <a:p>
            <a:r>
              <a:rPr lang="en-IN" sz="1600" dirty="0"/>
              <a:t>2.The system </a:t>
            </a:r>
            <a:r>
              <a:rPr lang="en-IN" sz="1600" dirty="0" err="1"/>
              <a:t>analyzes</a:t>
            </a:r>
            <a:r>
              <a:rPr lang="en-IN" sz="1600" dirty="0"/>
              <a:t> facial or skin images using Artificial Intelligence to detect common skin conditions, evaluate overall skin health, and generate personalized skincare recommendations.</a:t>
            </a:r>
          </a:p>
          <a:p>
            <a:endParaRPr lang="en-IN" sz="1600" dirty="0"/>
          </a:p>
          <a:p>
            <a:r>
              <a:rPr lang="en-IN" sz="1600" dirty="0"/>
              <a:t>3.It also tracks skin improvement over time, recommends skincare products based on ingredients, </a:t>
            </a:r>
            <a:r>
              <a:rPr lang="en-IN" sz="1600" dirty="0" err="1"/>
              <a:t>analyzes</a:t>
            </a:r>
            <a:r>
              <a:rPr lang="en-IN" sz="1600" dirty="0"/>
              <a:t> environmental factors affecting skin health, and supports dermatologist consultation.</a:t>
            </a:r>
          </a:p>
          <a:p>
            <a:endParaRPr lang="en-IN" sz="1600" dirty="0"/>
          </a:p>
          <a:p>
            <a:r>
              <a:rPr lang="en-IN" sz="1600" dirty="0"/>
              <a:t>4.The application serves as an AI-assisted skin health companion and encourages users to seek professional medical advice whenever necessary.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Google Shape;64;p14">
            <a:extLst>
              <a:ext uri="{FF2B5EF4-FFF2-40B4-BE49-F238E27FC236}">
                <a16:creationId xmlns:a16="http://schemas.microsoft.com/office/drawing/2014/main" id="{F314362E-5BAB-3C20-8808-42BB7CD5F97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Google Shape;65;p14">
            <a:extLst>
              <a:ext uri="{FF2B5EF4-FFF2-40B4-BE49-F238E27FC236}">
                <a16:creationId xmlns:a16="http://schemas.microsoft.com/office/drawing/2014/main" id="{00401ED0-61B3-85C6-C764-AAE465CBDEB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Google Shape;66;p14">
            <a:extLst>
              <a:ext uri="{FF2B5EF4-FFF2-40B4-BE49-F238E27FC236}">
                <a16:creationId xmlns:a16="http://schemas.microsoft.com/office/drawing/2014/main" id="{310DA320-DFEF-7214-150F-F80492D304A4}"/>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OBJECTIVES</a:t>
            </a:r>
          </a:p>
        </p:txBody>
      </p:sp>
      <p:sp>
        <p:nvSpPr>
          <p:cNvPr id="5" name="Google Shape;58;p13">
            <a:extLst>
              <a:ext uri="{FF2B5EF4-FFF2-40B4-BE49-F238E27FC236}">
                <a16:creationId xmlns:a16="http://schemas.microsoft.com/office/drawing/2014/main" id="{ACBC29BF-CDDD-B281-974E-F972498607AA}"/>
              </a:ext>
            </a:extLst>
          </p:cNvPr>
          <p:cNvSpPr txBox="1"/>
          <p:nvPr/>
        </p:nvSpPr>
        <p:spPr>
          <a:xfrm>
            <a:off x="1295341" y="596793"/>
            <a:ext cx="7506688" cy="3949914"/>
          </a:xfrm>
          <a:prstGeom prst="rect">
            <a:avLst/>
          </a:prstGeom>
          <a:noFill/>
          <a:ln>
            <a:noFill/>
          </a:ln>
        </p:spPr>
        <p:txBody>
          <a:bodyPr spcFirstLastPara="1" lIns="91425" tIns="91425" rIns="91425" bIns="91425"/>
          <a:lstStyle/>
          <a:p>
            <a:endParaRPr lang="en-IN" b="1" dirty="0"/>
          </a:p>
          <a:p>
            <a:endParaRPr lang="en-IN" b="1" dirty="0"/>
          </a:p>
          <a:p>
            <a:pPr lvl="1"/>
            <a:r>
              <a:rPr lang="en-IN" sz="1600" dirty="0"/>
              <a:t>1.Detect common skin diseases using AI </a:t>
            </a:r>
          </a:p>
          <a:p>
            <a:pPr lvl="1"/>
            <a:endParaRPr lang="en-IN" sz="1600" dirty="0"/>
          </a:p>
          <a:p>
            <a:pPr lvl="1"/>
            <a:r>
              <a:rPr lang="en-IN" sz="1600" dirty="0"/>
              <a:t>2.Analyze skin quality and overall skin health </a:t>
            </a:r>
          </a:p>
          <a:p>
            <a:pPr lvl="1"/>
            <a:endParaRPr lang="en-IN" sz="1600" dirty="0"/>
          </a:p>
          <a:p>
            <a:pPr lvl="1"/>
            <a:r>
              <a:rPr lang="en-IN" sz="1600" dirty="0"/>
              <a:t>3.Recommend personalized skincare routines</a:t>
            </a:r>
          </a:p>
          <a:p>
            <a:pPr lvl="1"/>
            <a:r>
              <a:rPr lang="en-IN" sz="1600" dirty="0"/>
              <a:t> </a:t>
            </a:r>
          </a:p>
          <a:p>
            <a:pPr lvl="1"/>
            <a:r>
              <a:rPr lang="en-IN" sz="1600" dirty="0"/>
              <a:t>4.Suggest suitable skincare products </a:t>
            </a:r>
          </a:p>
          <a:p>
            <a:pPr lvl="1"/>
            <a:endParaRPr lang="en-IN" sz="1600" dirty="0"/>
          </a:p>
          <a:p>
            <a:pPr lvl="1"/>
            <a:r>
              <a:rPr lang="en-IN" sz="1600" dirty="0"/>
              <a:t>5.Track skin improvement over time </a:t>
            </a:r>
          </a:p>
          <a:p>
            <a:pPr lvl="1"/>
            <a:endParaRPr lang="en-IN" sz="1600" dirty="0"/>
          </a:p>
          <a:p>
            <a:pPr lvl="1"/>
            <a:r>
              <a:rPr lang="en-IN" sz="1600" dirty="0"/>
              <a:t>6.Provide AI-powered skincare assistance </a:t>
            </a:r>
          </a:p>
          <a:p>
            <a:pPr lvl="1"/>
            <a:endParaRPr lang="en-IN" sz="1600" dirty="0"/>
          </a:p>
          <a:p>
            <a:pPr lvl="1"/>
            <a:r>
              <a:rPr lang="en-IN" sz="1600" dirty="0"/>
              <a:t>7.Improve awareness of skin diseases </a:t>
            </a:r>
          </a:p>
          <a:p>
            <a:pPr lvl="1"/>
            <a:endParaRPr lang="en-IN" sz="1600" dirty="0"/>
          </a:p>
          <a:p>
            <a:pPr lvl="1"/>
            <a:r>
              <a:rPr lang="en-IN" sz="1600" dirty="0"/>
              <a:t>8.Encourage early dermatologist consultation </a:t>
            </a:r>
          </a:p>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24135-A421-DA51-73D8-612F44E4F469}"/>
            </a:ext>
          </a:extLst>
        </p:cNvPr>
        <p:cNvGrpSpPr/>
        <p:nvPr/>
      </p:nvGrpSpPr>
      <p:grpSpPr>
        <a:xfrm>
          <a:off x="0" y="0"/>
          <a:ext cx="0" cy="0"/>
          <a:chOff x="0" y="0"/>
          <a:chExt cx="0" cy="0"/>
        </a:xfrm>
      </p:grpSpPr>
      <p:pic>
        <p:nvPicPr>
          <p:cNvPr id="12290" name="Google Shape;64;p14">
            <a:extLst>
              <a:ext uri="{FF2B5EF4-FFF2-40B4-BE49-F238E27FC236}">
                <a16:creationId xmlns:a16="http://schemas.microsoft.com/office/drawing/2014/main" id="{21311DD9-112E-6808-2E13-A5CCE546980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Google Shape;65;p14">
            <a:extLst>
              <a:ext uri="{FF2B5EF4-FFF2-40B4-BE49-F238E27FC236}">
                <a16:creationId xmlns:a16="http://schemas.microsoft.com/office/drawing/2014/main" id="{BF93DC63-8857-357B-0AEB-3B73937A1858}"/>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Google Shape;66;p14">
            <a:extLst>
              <a:ext uri="{FF2B5EF4-FFF2-40B4-BE49-F238E27FC236}">
                <a16:creationId xmlns:a16="http://schemas.microsoft.com/office/drawing/2014/main" id="{9D50008B-5677-C39B-BE2E-E9FD45C910FA}"/>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SCOPE OF THE PROJECT</a:t>
            </a:r>
          </a:p>
        </p:txBody>
      </p:sp>
      <p:sp>
        <p:nvSpPr>
          <p:cNvPr id="5" name="Google Shape;58;p13">
            <a:extLst>
              <a:ext uri="{FF2B5EF4-FFF2-40B4-BE49-F238E27FC236}">
                <a16:creationId xmlns:a16="http://schemas.microsoft.com/office/drawing/2014/main" id="{FF90DAAA-BCA6-4C2D-0F1F-826F3AB7A41C}"/>
              </a:ext>
            </a:extLst>
          </p:cNvPr>
          <p:cNvSpPr txBox="1"/>
          <p:nvPr/>
        </p:nvSpPr>
        <p:spPr>
          <a:xfrm>
            <a:off x="931068" y="912018"/>
            <a:ext cx="7281863" cy="3319463"/>
          </a:xfrm>
          <a:prstGeom prst="rect">
            <a:avLst/>
          </a:prstGeom>
          <a:noFill/>
          <a:ln>
            <a:noFill/>
          </a:ln>
        </p:spPr>
        <p:txBody>
          <a:bodyPr spcFirstLastPara="1" lIns="91425" tIns="91425" rIns="91425" bIns="91425"/>
          <a:lstStyle/>
          <a:p>
            <a:r>
              <a:rPr lang="en-IN" sz="1600" b="1" dirty="0"/>
              <a:t>Scope</a:t>
            </a:r>
          </a:p>
          <a:p>
            <a:pPr marL="742950" lvl="1" indent="-285750">
              <a:buFont typeface="Arial" panose="020B0604020202020204" pitchFamily="34" charset="0"/>
              <a:buChar char="•"/>
            </a:pPr>
            <a:r>
              <a:rPr lang="en-IN" sz="1600" dirty="0"/>
              <a:t>The application is designed for both healthcare and beauty care users.</a:t>
            </a:r>
          </a:p>
          <a:p>
            <a:pPr lvl="1"/>
            <a:endParaRPr lang="en-IN" sz="1600" dirty="0"/>
          </a:p>
          <a:p>
            <a:r>
              <a:rPr lang="en-IN" sz="1600" b="1" dirty="0"/>
              <a:t>It can</a:t>
            </a:r>
          </a:p>
          <a:p>
            <a:endParaRPr lang="en-IN" sz="1600" dirty="0"/>
          </a:p>
          <a:p>
            <a:pPr marL="742950" lvl="1" indent="-285750">
              <a:buFont typeface="Arial" panose="020B0604020202020204" pitchFamily="34" charset="0"/>
              <a:buChar char="•"/>
            </a:pPr>
            <a:r>
              <a:rPr lang="en-IN" sz="1600" dirty="0"/>
              <a:t>Detect common skin diseases </a:t>
            </a:r>
          </a:p>
          <a:p>
            <a:pPr marL="742950" lvl="1" indent="-285750">
              <a:buFont typeface="Arial" panose="020B0604020202020204" pitchFamily="34" charset="0"/>
              <a:buChar char="•"/>
            </a:pPr>
            <a:r>
              <a:rPr lang="en-IN" sz="1600" dirty="0" err="1"/>
              <a:t>Analyze</a:t>
            </a:r>
            <a:r>
              <a:rPr lang="en-IN" sz="1600" dirty="0"/>
              <a:t> acne, pigmentation, pores, wrinkles and hydration </a:t>
            </a:r>
          </a:p>
          <a:p>
            <a:pPr marL="742950" lvl="1" indent="-285750">
              <a:buFont typeface="Arial" panose="020B0604020202020204" pitchFamily="34" charset="0"/>
              <a:buChar char="•"/>
            </a:pPr>
            <a:r>
              <a:rPr lang="en-IN" sz="1600" dirty="0"/>
              <a:t>Recommend skincare products </a:t>
            </a:r>
          </a:p>
          <a:p>
            <a:pPr marL="742950" lvl="1" indent="-285750">
              <a:buFont typeface="Arial" panose="020B0604020202020204" pitchFamily="34" charset="0"/>
              <a:buChar char="•"/>
            </a:pPr>
            <a:r>
              <a:rPr lang="en-IN" sz="1600" dirty="0"/>
              <a:t>Monitor long-term skin progress </a:t>
            </a:r>
          </a:p>
          <a:p>
            <a:pPr marL="742950" lvl="1" indent="-285750">
              <a:buFont typeface="Arial" panose="020B0604020202020204" pitchFamily="34" charset="0"/>
              <a:buChar char="•"/>
            </a:pPr>
            <a:r>
              <a:rPr lang="en-IN" sz="1600" dirty="0"/>
              <a:t>Store digital skin records </a:t>
            </a:r>
          </a:p>
          <a:p>
            <a:pPr marL="742950" lvl="1" indent="-285750">
              <a:buFont typeface="Arial" panose="020B0604020202020204" pitchFamily="34" charset="0"/>
              <a:buChar char="•"/>
            </a:pPr>
            <a:r>
              <a:rPr lang="en-IN" sz="1600" dirty="0"/>
              <a:t>Support dermatologist consultation </a:t>
            </a:r>
          </a:p>
          <a:p>
            <a:pPr marL="742950" lvl="1" indent="-285750">
              <a:buFont typeface="Arial" panose="020B0604020202020204" pitchFamily="34" charset="0"/>
              <a:buChar char="•"/>
            </a:pPr>
            <a:r>
              <a:rPr lang="en-IN" sz="1600" dirty="0"/>
              <a:t>Provide multilingual support </a:t>
            </a:r>
          </a:p>
          <a:p>
            <a:pPr marL="742950" lvl="1" indent="-285750">
              <a:buFont typeface="Arial" panose="020B0604020202020204" pitchFamily="34" charset="0"/>
              <a:buChar char="•"/>
            </a:pPr>
            <a:r>
              <a:rPr lang="en-IN" sz="1600" dirty="0"/>
              <a:t>Deliver AI-powered skincare education </a:t>
            </a:r>
          </a:p>
          <a:p>
            <a:pPr marL="742950" lvl="1" indent="-285750">
              <a:buFont typeface="Arial" panose="020B0604020202020204" pitchFamily="34" charset="0"/>
              <a:buChar char="•"/>
            </a:pPr>
            <a:r>
              <a:rPr lang="en-IN" sz="1600" dirty="0"/>
              <a:t>Future enhancements include wearable device integration and advanced dermatology</a:t>
            </a:r>
          </a:p>
          <a:p>
            <a:pPr marL="742950" lvl="1" indent="-285750">
              <a:buFont typeface="Arial" panose="020B0604020202020204" pitchFamily="34" charset="0"/>
              <a:buChar char="•"/>
            </a:pPr>
            <a:r>
              <a:rPr lang="en-IN" sz="1600" dirty="0"/>
              <a:t>AI models.</a:t>
            </a:r>
          </a:p>
          <a:p>
            <a:pPr algn="just" eaLnBrk="1" fontAlgn="auto" hangingPunct="1">
              <a:spcBef>
                <a:spcPts val="0"/>
              </a:spcBef>
              <a:spcAft>
                <a:spcPts val="0"/>
              </a:spcAft>
              <a:buClr>
                <a:srgbClr val="000000"/>
              </a:buClr>
              <a:defRPr/>
            </a:pPr>
            <a:endParaRPr lang="en-IN" b="1" i="1" kern="0"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673204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Google Shape;64;p14">
            <a:extLst>
              <a:ext uri="{FF2B5EF4-FFF2-40B4-BE49-F238E27FC236}">
                <a16:creationId xmlns:a16="http://schemas.microsoft.com/office/drawing/2014/main" id="{75A714DB-C7F6-89CF-5D07-D49AAB099D53}"/>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Google Shape;65;p14">
            <a:extLst>
              <a:ext uri="{FF2B5EF4-FFF2-40B4-BE49-F238E27FC236}">
                <a16:creationId xmlns:a16="http://schemas.microsoft.com/office/drawing/2014/main" id="{C49C0FB1-BA28-1B41-BE86-3C3EBD82AA5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Google Shape;66;p14">
            <a:extLst>
              <a:ext uri="{FF2B5EF4-FFF2-40B4-BE49-F238E27FC236}">
                <a16:creationId xmlns:a16="http://schemas.microsoft.com/office/drawing/2014/main" id="{E9CB92B3-DFFC-8AAA-449E-9321C2D069DD}"/>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EXISTING SYSTEM</a:t>
            </a:r>
          </a:p>
        </p:txBody>
      </p:sp>
      <p:sp>
        <p:nvSpPr>
          <p:cNvPr id="5" name="Google Shape;58;p13">
            <a:extLst>
              <a:ext uri="{FF2B5EF4-FFF2-40B4-BE49-F238E27FC236}">
                <a16:creationId xmlns:a16="http://schemas.microsoft.com/office/drawing/2014/main" id="{1475F465-3EE0-E0F8-9099-5FF912CF57B6}"/>
              </a:ext>
            </a:extLst>
          </p:cNvPr>
          <p:cNvSpPr txBox="1"/>
          <p:nvPr/>
        </p:nvSpPr>
        <p:spPr>
          <a:xfrm>
            <a:off x="984250" y="1146175"/>
            <a:ext cx="7281863" cy="3319463"/>
          </a:xfrm>
          <a:prstGeom prst="rect">
            <a:avLst/>
          </a:prstGeom>
          <a:noFill/>
          <a:ln>
            <a:noFill/>
          </a:ln>
        </p:spPr>
        <p:txBody>
          <a:bodyPr spcFirstLastPara="1" lIns="91425" tIns="91425" rIns="91425" bIns="91425"/>
          <a:lstStyle/>
          <a:p>
            <a:r>
              <a:rPr lang="en-IN" sz="1600" b="1" dirty="0"/>
              <a:t>Current skincare applications generally provide</a:t>
            </a:r>
          </a:p>
          <a:p>
            <a:endParaRPr lang="en-IN" sz="1600" dirty="0"/>
          </a:p>
          <a:p>
            <a:pPr marL="800100" lvl="1" indent="-342900">
              <a:buFont typeface="+mj-lt"/>
              <a:buAutoNum type="arabicPeriod"/>
            </a:pPr>
            <a:r>
              <a:rPr lang="en-IN" sz="1600" dirty="0"/>
              <a:t>Basic skin analysis </a:t>
            </a:r>
          </a:p>
          <a:p>
            <a:pPr marL="800100" lvl="1" indent="-342900">
              <a:buFont typeface="+mj-lt"/>
              <a:buAutoNum type="arabicPeriod"/>
            </a:pPr>
            <a:r>
              <a:rPr lang="en-IN" sz="1600" dirty="0"/>
              <a:t>Generic skincare tips </a:t>
            </a:r>
          </a:p>
          <a:p>
            <a:pPr marL="800100" lvl="1" indent="-342900">
              <a:buFont typeface="+mj-lt"/>
              <a:buAutoNum type="arabicPeriod"/>
            </a:pPr>
            <a:r>
              <a:rPr lang="en-IN" sz="1600" dirty="0"/>
              <a:t>Manual symptom checking </a:t>
            </a:r>
          </a:p>
          <a:p>
            <a:pPr marL="800100" lvl="1" indent="-342900">
              <a:buFont typeface="+mj-lt"/>
              <a:buAutoNum type="arabicPeriod"/>
            </a:pPr>
            <a:r>
              <a:rPr lang="en-IN" sz="1600" dirty="0"/>
              <a:t>Product advertisements </a:t>
            </a:r>
          </a:p>
          <a:p>
            <a:pPr marL="800100" lvl="1" indent="-342900">
              <a:buFont typeface="+mj-lt"/>
              <a:buAutoNum type="arabicPeriod"/>
            </a:pPr>
            <a:r>
              <a:rPr lang="en-IN" sz="1600" dirty="0"/>
              <a:t>Some disease detection systems only classify diseases without offering skincare </a:t>
            </a:r>
          </a:p>
          <a:p>
            <a:pPr marL="800100" lvl="1" indent="-342900">
              <a:buFont typeface="+mj-lt"/>
              <a:buAutoNum type="arabicPeriod"/>
            </a:pPr>
            <a:r>
              <a:rPr lang="en-IN" sz="1600" dirty="0"/>
              <a:t>guidance or progress tracking.</a:t>
            </a:r>
          </a:p>
          <a:p>
            <a:pPr algn="just" eaLnBrk="1" fontAlgn="auto" hangingPunct="1">
              <a:spcBef>
                <a:spcPts val="0"/>
              </a:spcBef>
              <a:spcAft>
                <a:spcPts val="0"/>
              </a:spcAft>
              <a:buClr>
                <a:srgbClr val="000000"/>
              </a:buClr>
              <a:defRPr/>
            </a:pPr>
            <a:endParaRPr sz="1600" b="1" i="1" kern="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Google Shape;64;p14">
            <a:extLst>
              <a:ext uri="{FF2B5EF4-FFF2-40B4-BE49-F238E27FC236}">
                <a16:creationId xmlns:a16="http://schemas.microsoft.com/office/drawing/2014/main" id="{C6F3B455-5334-7DE3-FA14-17660F3FFF3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Google Shape;65;p14">
            <a:extLst>
              <a:ext uri="{FF2B5EF4-FFF2-40B4-BE49-F238E27FC236}">
                <a16:creationId xmlns:a16="http://schemas.microsoft.com/office/drawing/2014/main" id="{AE7357E8-36EE-A3B8-BFD3-047DF1E0560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Google Shape;66;p14">
            <a:extLst>
              <a:ext uri="{FF2B5EF4-FFF2-40B4-BE49-F238E27FC236}">
                <a16:creationId xmlns:a16="http://schemas.microsoft.com/office/drawing/2014/main" id="{B1446825-413F-62DB-BD56-FA89896D6E48}"/>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LIMITATIONS OF EXISTING SYSTEM</a:t>
            </a:r>
          </a:p>
        </p:txBody>
      </p:sp>
      <p:sp>
        <p:nvSpPr>
          <p:cNvPr id="5" name="Google Shape;58;p13">
            <a:extLst>
              <a:ext uri="{FF2B5EF4-FFF2-40B4-BE49-F238E27FC236}">
                <a16:creationId xmlns:a16="http://schemas.microsoft.com/office/drawing/2014/main" id="{16828B1E-43C7-E69A-6993-1BEF51E270F4}"/>
              </a:ext>
            </a:extLst>
          </p:cNvPr>
          <p:cNvSpPr txBox="1"/>
          <p:nvPr/>
        </p:nvSpPr>
        <p:spPr>
          <a:xfrm>
            <a:off x="984250" y="1146175"/>
            <a:ext cx="7281863" cy="3319463"/>
          </a:xfrm>
          <a:prstGeom prst="rect">
            <a:avLst/>
          </a:prstGeom>
          <a:noFill/>
          <a:ln>
            <a:noFill/>
          </a:ln>
        </p:spPr>
        <p:txBody>
          <a:bodyPr spcFirstLastPara="1" lIns="91425" tIns="91425" rIns="91425" bIns="91425"/>
          <a:lstStyle/>
          <a:p>
            <a:pPr marL="342900" lvl="0" indent="-342900">
              <a:buFont typeface="Arial" panose="020B0604020202020204" pitchFamily="34" charset="0"/>
              <a:buChar char="•"/>
            </a:pPr>
            <a:r>
              <a:rPr lang="en-IN" sz="1600" dirty="0"/>
              <a:t>No personalized skincare routine </a:t>
            </a:r>
          </a:p>
          <a:p>
            <a:pPr marL="342900" lvl="0" indent="-342900">
              <a:buFont typeface="Arial" panose="020B0604020202020204" pitchFamily="34" charset="0"/>
              <a:buChar char="•"/>
            </a:pPr>
            <a:r>
              <a:rPr lang="en-IN" sz="1600" dirty="0"/>
              <a:t>Limited disease detection </a:t>
            </a:r>
          </a:p>
          <a:p>
            <a:pPr marL="342900" lvl="0" indent="-342900">
              <a:buFont typeface="Arial" panose="020B0604020202020204" pitchFamily="34" charset="0"/>
              <a:buChar char="•"/>
            </a:pPr>
            <a:r>
              <a:rPr lang="en-IN" sz="1600" dirty="0"/>
              <a:t>No AI beauty analysis </a:t>
            </a:r>
          </a:p>
          <a:p>
            <a:pPr marL="342900" lvl="0" indent="-342900">
              <a:buFont typeface="Arial" panose="020B0604020202020204" pitchFamily="34" charset="0"/>
              <a:buChar char="•"/>
            </a:pPr>
            <a:r>
              <a:rPr lang="en-IN" sz="1600" dirty="0"/>
              <a:t>Lack of progress monitoring </a:t>
            </a:r>
          </a:p>
          <a:p>
            <a:pPr marL="342900" lvl="0" indent="-342900">
              <a:buFont typeface="Arial" panose="020B0604020202020204" pitchFamily="34" charset="0"/>
              <a:buChar char="•"/>
            </a:pPr>
            <a:r>
              <a:rPr lang="en-IN" sz="1600" dirty="0"/>
              <a:t>No environmental impact analysis </a:t>
            </a:r>
          </a:p>
          <a:p>
            <a:pPr marL="342900" lvl="0" indent="-342900">
              <a:buFont typeface="Arial" panose="020B0604020202020204" pitchFamily="34" charset="0"/>
              <a:buChar char="•"/>
            </a:pPr>
            <a:r>
              <a:rPr lang="en-IN" sz="1600" dirty="0"/>
              <a:t>Generic product recommendations </a:t>
            </a:r>
          </a:p>
          <a:p>
            <a:pPr marL="342900" lvl="0" indent="-342900">
              <a:buFont typeface="Arial" panose="020B0604020202020204" pitchFamily="34" charset="0"/>
              <a:buChar char="•"/>
            </a:pPr>
            <a:r>
              <a:rPr lang="en-IN" sz="1600" dirty="0"/>
              <a:t>Limited explainability of AI predictions </a:t>
            </a:r>
          </a:p>
          <a:p>
            <a:pPr marL="342900" lvl="0" indent="-342900">
              <a:buFont typeface="Arial" panose="020B0604020202020204" pitchFamily="34" charset="0"/>
              <a:buChar char="•"/>
            </a:pPr>
            <a:r>
              <a:rPr lang="en-IN" sz="1600" dirty="0"/>
              <a:t>No integrated dermatologist support </a:t>
            </a:r>
          </a:p>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Google Shape;64;p14">
            <a:extLst>
              <a:ext uri="{FF2B5EF4-FFF2-40B4-BE49-F238E27FC236}">
                <a16:creationId xmlns:a16="http://schemas.microsoft.com/office/drawing/2014/main" id="{532252C1-B746-8847-841C-9DC7D322D5B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Google Shape;65;p14">
            <a:extLst>
              <a:ext uri="{FF2B5EF4-FFF2-40B4-BE49-F238E27FC236}">
                <a16:creationId xmlns:a16="http://schemas.microsoft.com/office/drawing/2014/main" id="{EC52FAA8-38E8-0A8E-F9E9-7B5527CC45C8}"/>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Google Shape;66;p14">
            <a:extLst>
              <a:ext uri="{FF2B5EF4-FFF2-40B4-BE49-F238E27FC236}">
                <a16:creationId xmlns:a16="http://schemas.microsoft.com/office/drawing/2014/main" id="{0362CCF5-F3E7-5F99-C56A-25BADDF6B881}"/>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PROPOSED SYSTEM</a:t>
            </a:r>
          </a:p>
        </p:txBody>
      </p:sp>
      <p:sp>
        <p:nvSpPr>
          <p:cNvPr id="5" name="Google Shape;58;p13">
            <a:extLst>
              <a:ext uri="{FF2B5EF4-FFF2-40B4-BE49-F238E27FC236}">
                <a16:creationId xmlns:a16="http://schemas.microsoft.com/office/drawing/2014/main" id="{746D8FB7-04D9-4497-295E-7A0493D265FA}"/>
              </a:ext>
            </a:extLst>
          </p:cNvPr>
          <p:cNvSpPr txBox="1"/>
          <p:nvPr/>
        </p:nvSpPr>
        <p:spPr>
          <a:xfrm>
            <a:off x="931068" y="779463"/>
            <a:ext cx="7281863" cy="3319463"/>
          </a:xfrm>
          <a:prstGeom prst="rect">
            <a:avLst/>
          </a:prstGeom>
          <a:noFill/>
          <a:ln>
            <a:noFill/>
          </a:ln>
        </p:spPr>
        <p:txBody>
          <a:bodyPr spcFirstLastPara="1" lIns="91425" tIns="91425" rIns="91425" bIns="91425"/>
          <a:lstStyle/>
          <a:p>
            <a:r>
              <a:rPr lang="en-IN" sz="1600" b="1" dirty="0"/>
              <a:t>Proposed System</a:t>
            </a:r>
          </a:p>
          <a:p>
            <a:endParaRPr lang="en-IN" sz="1600" b="1" dirty="0"/>
          </a:p>
          <a:p>
            <a:pPr lvl="1"/>
            <a:r>
              <a:rPr lang="en-IN" sz="1600" dirty="0" err="1"/>
              <a:t>DermaSense</a:t>
            </a:r>
            <a:r>
              <a:rPr lang="en-IN" sz="1600" dirty="0"/>
              <a:t> AI integrates Artificial Intelligence, Computer Vision, and Mobile Computing into a single platform.</a:t>
            </a:r>
          </a:p>
          <a:p>
            <a:pPr lvl="1"/>
            <a:endParaRPr lang="en-IN" sz="1600" dirty="0"/>
          </a:p>
          <a:p>
            <a:r>
              <a:rPr lang="en-IN" sz="1600" b="1" dirty="0"/>
              <a:t>The application provides</a:t>
            </a:r>
          </a:p>
          <a:p>
            <a:endParaRPr lang="en-IN" sz="1600" dirty="0"/>
          </a:p>
          <a:p>
            <a:pPr marL="742950" lvl="1" indent="-285750">
              <a:buFont typeface="Arial" panose="020B0604020202020204" pitchFamily="34" charset="0"/>
              <a:buChar char="•"/>
            </a:pPr>
            <a:r>
              <a:rPr lang="en-IN" sz="1600" dirty="0"/>
              <a:t>AI skin disease detection </a:t>
            </a:r>
          </a:p>
          <a:p>
            <a:pPr marL="742950" lvl="1" indent="-285750">
              <a:buFont typeface="Arial" panose="020B0604020202020204" pitchFamily="34" charset="0"/>
              <a:buChar char="•"/>
            </a:pPr>
            <a:r>
              <a:rPr lang="en-IN" sz="1600" dirty="0"/>
              <a:t>Skin health analysis </a:t>
            </a:r>
          </a:p>
          <a:p>
            <a:pPr marL="742950" lvl="1" indent="-285750">
              <a:buFont typeface="Arial" panose="020B0604020202020204" pitchFamily="34" charset="0"/>
              <a:buChar char="•"/>
            </a:pPr>
            <a:r>
              <a:rPr lang="en-IN" sz="1600" dirty="0"/>
              <a:t>Personalized skincare routines </a:t>
            </a:r>
          </a:p>
          <a:p>
            <a:pPr marL="742950" lvl="1" indent="-285750">
              <a:buFont typeface="Arial" panose="020B0604020202020204" pitchFamily="34" charset="0"/>
              <a:buChar char="•"/>
            </a:pPr>
            <a:r>
              <a:rPr lang="en-IN" sz="1600" dirty="0"/>
              <a:t>AI product recommendation </a:t>
            </a:r>
          </a:p>
          <a:p>
            <a:pPr marL="742950" lvl="1" indent="-285750">
              <a:buFont typeface="Arial" panose="020B0604020202020204" pitchFamily="34" charset="0"/>
              <a:buChar char="•"/>
            </a:pPr>
            <a:r>
              <a:rPr lang="en-IN" sz="1600" dirty="0"/>
              <a:t>Lifestyle analysis </a:t>
            </a:r>
          </a:p>
          <a:p>
            <a:pPr marL="742950" lvl="1" indent="-285750">
              <a:buFont typeface="Arial" panose="020B0604020202020204" pitchFamily="34" charset="0"/>
              <a:buChar char="•"/>
            </a:pPr>
            <a:r>
              <a:rPr lang="en-IN" sz="1600" dirty="0"/>
              <a:t>Environmental skin monitoring </a:t>
            </a:r>
          </a:p>
          <a:p>
            <a:pPr marL="742950" lvl="1" indent="-285750">
              <a:buFont typeface="Arial" panose="020B0604020202020204" pitchFamily="34" charset="0"/>
              <a:buChar char="•"/>
            </a:pPr>
            <a:r>
              <a:rPr lang="en-IN" sz="1600" dirty="0"/>
              <a:t>Progress tracking </a:t>
            </a:r>
          </a:p>
          <a:p>
            <a:pPr marL="742950" lvl="1" indent="-285750">
              <a:buFont typeface="Arial" panose="020B0604020202020204" pitchFamily="34" charset="0"/>
              <a:buChar char="•"/>
            </a:pPr>
            <a:r>
              <a:rPr lang="en-IN" sz="1600" dirty="0"/>
              <a:t>AI chatbot </a:t>
            </a:r>
          </a:p>
          <a:p>
            <a:pPr marL="742950" lvl="1" indent="-285750">
              <a:buFont typeface="Arial" panose="020B0604020202020204" pitchFamily="34" charset="0"/>
              <a:buChar char="•"/>
            </a:pPr>
            <a:r>
              <a:rPr lang="en-IN" sz="1600" dirty="0"/>
              <a:t>Dermatologist consultation support</a:t>
            </a:r>
          </a:p>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Google Shape;64;p14">
            <a:extLst>
              <a:ext uri="{FF2B5EF4-FFF2-40B4-BE49-F238E27FC236}">
                <a16:creationId xmlns:a16="http://schemas.microsoft.com/office/drawing/2014/main" id="{5EA60D58-0400-F2D5-980B-57849E770693}"/>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Google Shape;65;p14">
            <a:extLst>
              <a:ext uri="{FF2B5EF4-FFF2-40B4-BE49-F238E27FC236}">
                <a16:creationId xmlns:a16="http://schemas.microsoft.com/office/drawing/2014/main" id="{D0B82E0A-2273-0EC9-68DF-411CF6F4CAE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Google Shape;66;p14">
            <a:extLst>
              <a:ext uri="{FF2B5EF4-FFF2-40B4-BE49-F238E27FC236}">
                <a16:creationId xmlns:a16="http://schemas.microsoft.com/office/drawing/2014/main" id="{F8E6B497-E240-8A91-A202-64322C67CC5E}"/>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ARCHITECTURE DIAGRAM OF PROPOSED SYSTEM</a:t>
            </a:r>
          </a:p>
        </p:txBody>
      </p:sp>
      <p:sp>
        <p:nvSpPr>
          <p:cNvPr id="5" name="Google Shape;58;p13">
            <a:extLst>
              <a:ext uri="{FF2B5EF4-FFF2-40B4-BE49-F238E27FC236}">
                <a16:creationId xmlns:a16="http://schemas.microsoft.com/office/drawing/2014/main" id="{7365CD65-F661-1B73-94CA-383DEF26556B}"/>
              </a:ext>
            </a:extLst>
          </p:cNvPr>
          <p:cNvSpPr txBox="1"/>
          <p:nvPr/>
        </p:nvSpPr>
        <p:spPr>
          <a:xfrm>
            <a:off x="984250" y="1146175"/>
            <a:ext cx="7281863" cy="3319463"/>
          </a:xfrm>
          <a:prstGeom prst="rect">
            <a:avLst/>
          </a:prstGeom>
          <a:noFill/>
          <a:ln>
            <a:noFill/>
          </a:ln>
        </p:spPr>
        <p:txBody>
          <a:bodyPr spcFirstLastPara="1" lIns="91425" tIns="91425" rIns="91425" bIns="91425"/>
          <a:lstStyle/>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F973BBB7-F681-74A3-16D5-58173516E938}"/>
              </a:ext>
            </a:extLst>
          </p:cNvPr>
          <p:cNvPicPr>
            <a:picLocks noChangeAspect="1"/>
          </p:cNvPicPr>
          <p:nvPr/>
        </p:nvPicPr>
        <p:blipFill>
          <a:blip r:embed="rId5"/>
          <a:stretch>
            <a:fillRect/>
          </a:stretch>
        </p:blipFill>
        <p:spPr>
          <a:xfrm>
            <a:off x="2168195" y="830263"/>
            <a:ext cx="4913971" cy="42544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Google Shape;64;p14">
            <a:extLst>
              <a:ext uri="{FF2B5EF4-FFF2-40B4-BE49-F238E27FC236}">
                <a16:creationId xmlns:a16="http://schemas.microsoft.com/office/drawing/2014/main" id="{BA4C5DFB-2B55-4C7A-1936-CBBBE585597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Google Shape;65;p14">
            <a:extLst>
              <a:ext uri="{FF2B5EF4-FFF2-40B4-BE49-F238E27FC236}">
                <a16:creationId xmlns:a16="http://schemas.microsoft.com/office/drawing/2014/main" id="{93C570F7-B9C8-6199-2853-A7C041FBACB7}"/>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Google Shape;66;p14">
            <a:extLst>
              <a:ext uri="{FF2B5EF4-FFF2-40B4-BE49-F238E27FC236}">
                <a16:creationId xmlns:a16="http://schemas.microsoft.com/office/drawing/2014/main" id="{5DDB32E6-794E-B666-BAB8-7D7A48C7676E}"/>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ADVANTAGES OF PROPOSED SYSTEM</a:t>
            </a:r>
          </a:p>
        </p:txBody>
      </p:sp>
      <p:sp>
        <p:nvSpPr>
          <p:cNvPr id="5" name="Google Shape;58;p13">
            <a:extLst>
              <a:ext uri="{FF2B5EF4-FFF2-40B4-BE49-F238E27FC236}">
                <a16:creationId xmlns:a16="http://schemas.microsoft.com/office/drawing/2014/main" id="{3C631AFC-25F5-1FF2-D898-8E5B10F726C4}"/>
              </a:ext>
            </a:extLst>
          </p:cNvPr>
          <p:cNvSpPr txBox="1"/>
          <p:nvPr/>
        </p:nvSpPr>
        <p:spPr>
          <a:xfrm>
            <a:off x="984250" y="1146175"/>
            <a:ext cx="7281863" cy="3319463"/>
          </a:xfrm>
          <a:prstGeom prst="rect">
            <a:avLst/>
          </a:prstGeom>
          <a:noFill/>
          <a:ln>
            <a:noFill/>
          </a:ln>
        </p:spPr>
        <p:txBody>
          <a:bodyPr spcFirstLastPara="1" lIns="91425" tIns="91425" rIns="91425" bIns="91425"/>
          <a:lstStyle/>
          <a:p>
            <a:pPr marL="342900" lvl="0" indent="-342900">
              <a:buFont typeface="Arial" panose="020B0604020202020204" pitchFamily="34" charset="0"/>
              <a:buChar char="•"/>
            </a:pPr>
            <a:r>
              <a:rPr lang="en-IN" sz="1600" dirty="0"/>
              <a:t>Early AI-assisted disease screening </a:t>
            </a:r>
          </a:p>
          <a:p>
            <a:pPr marL="342900" lvl="0" indent="-342900">
              <a:buFont typeface="Arial" panose="020B0604020202020204" pitchFamily="34" charset="0"/>
              <a:buChar char="•"/>
            </a:pPr>
            <a:r>
              <a:rPr lang="en-IN" sz="1600" dirty="0"/>
              <a:t>Personalized skincare recommendations </a:t>
            </a:r>
          </a:p>
          <a:p>
            <a:pPr marL="342900" lvl="0" indent="-342900">
              <a:buFont typeface="Arial" panose="020B0604020202020204" pitchFamily="34" charset="0"/>
              <a:buChar char="•"/>
            </a:pPr>
            <a:r>
              <a:rPr lang="en-IN" sz="1600" dirty="0"/>
              <a:t>Beauty and healthcare combined </a:t>
            </a:r>
          </a:p>
          <a:p>
            <a:pPr marL="342900" lvl="0" indent="-342900">
              <a:buFont typeface="Arial" panose="020B0604020202020204" pitchFamily="34" charset="0"/>
              <a:buChar char="•"/>
            </a:pPr>
            <a:r>
              <a:rPr lang="en-IN" sz="1600" dirty="0"/>
              <a:t>Explainable AI heatmaps </a:t>
            </a:r>
          </a:p>
          <a:p>
            <a:pPr marL="342900" lvl="0" indent="-342900">
              <a:buFont typeface="Arial" panose="020B0604020202020204" pitchFamily="34" charset="0"/>
              <a:buChar char="•"/>
            </a:pPr>
            <a:r>
              <a:rPr lang="en-IN" sz="1600" dirty="0"/>
              <a:t>Digital skin journal </a:t>
            </a:r>
          </a:p>
          <a:p>
            <a:pPr marL="342900" lvl="0" indent="-342900">
              <a:buFont typeface="Arial" panose="020B0604020202020204" pitchFamily="34" charset="0"/>
              <a:buChar char="•"/>
            </a:pPr>
            <a:r>
              <a:rPr lang="en-IN" sz="1600" dirty="0"/>
              <a:t>Lifestyle-based recommendations </a:t>
            </a:r>
          </a:p>
          <a:p>
            <a:pPr marL="342900" lvl="0" indent="-342900">
              <a:buFont typeface="Arial" panose="020B0604020202020204" pitchFamily="34" charset="0"/>
              <a:buChar char="•"/>
            </a:pPr>
            <a:r>
              <a:rPr lang="en-IN" sz="1600" dirty="0"/>
              <a:t>Progress monitoring </a:t>
            </a:r>
          </a:p>
          <a:p>
            <a:pPr marL="342900" lvl="0" indent="-342900">
              <a:buFont typeface="Arial" panose="020B0604020202020204" pitchFamily="34" charset="0"/>
              <a:buChar char="•"/>
            </a:pPr>
            <a:r>
              <a:rPr lang="en-IN" sz="1600" dirty="0"/>
              <a:t>Secure cloud storage </a:t>
            </a:r>
          </a:p>
          <a:p>
            <a:pPr marL="342900" lvl="0" indent="-342900">
              <a:buFont typeface="Arial" panose="020B0604020202020204" pitchFamily="34" charset="0"/>
              <a:buChar char="•"/>
            </a:pPr>
            <a:r>
              <a:rPr lang="en-IN" sz="1600" dirty="0"/>
              <a:t>Doctor consultation support </a:t>
            </a:r>
          </a:p>
          <a:p>
            <a:pPr marL="342900" lvl="0" indent="-342900">
              <a:buFont typeface="Arial" panose="020B0604020202020204" pitchFamily="34" charset="0"/>
              <a:buChar char="•"/>
            </a:pPr>
            <a:r>
              <a:rPr lang="en-IN" sz="1600" dirty="0"/>
              <a:t>User-friendly mobile interface</a:t>
            </a:r>
          </a:p>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75CA7-C5D7-1E20-20C4-1D02F88C9EB3}"/>
            </a:ext>
          </a:extLst>
        </p:cNvPr>
        <p:cNvGrpSpPr/>
        <p:nvPr/>
      </p:nvGrpSpPr>
      <p:grpSpPr>
        <a:xfrm>
          <a:off x="0" y="0"/>
          <a:ext cx="0" cy="0"/>
          <a:chOff x="0" y="0"/>
          <a:chExt cx="0" cy="0"/>
        </a:xfrm>
      </p:grpSpPr>
      <p:pic>
        <p:nvPicPr>
          <p:cNvPr id="26626" name="Google Shape;64;p14">
            <a:extLst>
              <a:ext uri="{FF2B5EF4-FFF2-40B4-BE49-F238E27FC236}">
                <a16:creationId xmlns:a16="http://schemas.microsoft.com/office/drawing/2014/main" id="{D5D27D29-EB85-3FCB-1A07-2C9D1BFA1E4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Google Shape;65;p14">
            <a:extLst>
              <a:ext uri="{FF2B5EF4-FFF2-40B4-BE49-F238E27FC236}">
                <a16:creationId xmlns:a16="http://schemas.microsoft.com/office/drawing/2014/main" id="{4A4F9063-F002-FA5A-62CF-DDA6CF28025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Google Shape;66;p14">
            <a:extLst>
              <a:ext uri="{FF2B5EF4-FFF2-40B4-BE49-F238E27FC236}">
                <a16:creationId xmlns:a16="http://schemas.microsoft.com/office/drawing/2014/main" id="{855BEB2D-13A7-2739-A236-93531FE7E63A}"/>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METHODOLOGY USED</a:t>
            </a:r>
          </a:p>
        </p:txBody>
      </p:sp>
      <p:sp>
        <p:nvSpPr>
          <p:cNvPr id="5" name="Google Shape;58;p13">
            <a:extLst>
              <a:ext uri="{FF2B5EF4-FFF2-40B4-BE49-F238E27FC236}">
                <a16:creationId xmlns:a16="http://schemas.microsoft.com/office/drawing/2014/main" id="{C84448E6-F4AE-3C5E-AA44-CD14A5C4C64C}"/>
              </a:ext>
            </a:extLst>
          </p:cNvPr>
          <p:cNvSpPr txBox="1"/>
          <p:nvPr/>
        </p:nvSpPr>
        <p:spPr>
          <a:xfrm>
            <a:off x="931068" y="1302292"/>
            <a:ext cx="7281863" cy="3319463"/>
          </a:xfrm>
          <a:prstGeom prst="rect">
            <a:avLst/>
          </a:prstGeom>
          <a:noFill/>
          <a:ln>
            <a:noFill/>
          </a:ln>
        </p:spPr>
        <p:txBody>
          <a:bodyPr spcFirstLastPara="1" lIns="91425" tIns="91425" rIns="91425" bIns="91425"/>
          <a:lstStyle/>
          <a:p>
            <a:r>
              <a:rPr lang="en-IN" sz="1600" b="1" dirty="0"/>
              <a:t>Development Methodology</a:t>
            </a:r>
          </a:p>
          <a:p>
            <a:pPr lvl="1"/>
            <a:r>
              <a:rPr lang="en-IN" sz="1600" dirty="0"/>
              <a:t>Agile Methodology</a:t>
            </a:r>
          </a:p>
          <a:p>
            <a:pPr lvl="1"/>
            <a:endParaRPr lang="en-IN" sz="1600" dirty="0"/>
          </a:p>
          <a:p>
            <a:r>
              <a:rPr lang="en-IN" sz="1600" b="1" dirty="0"/>
              <a:t>Development Phases</a:t>
            </a:r>
          </a:p>
          <a:p>
            <a:pPr marL="742950" lvl="1" indent="-285750">
              <a:buFont typeface="Arial" panose="020B0604020202020204" pitchFamily="34" charset="0"/>
              <a:buChar char="•"/>
            </a:pPr>
            <a:r>
              <a:rPr lang="en-IN" sz="1600" dirty="0"/>
              <a:t>Requirement Analysis </a:t>
            </a:r>
          </a:p>
          <a:p>
            <a:pPr marL="742950" lvl="1" indent="-285750">
              <a:buFont typeface="Arial" panose="020B0604020202020204" pitchFamily="34" charset="0"/>
              <a:buChar char="•"/>
            </a:pPr>
            <a:r>
              <a:rPr lang="en-IN" sz="1600" dirty="0"/>
              <a:t>Literature Survey </a:t>
            </a:r>
          </a:p>
          <a:p>
            <a:pPr marL="742950" lvl="1" indent="-285750">
              <a:buFont typeface="Arial" panose="020B0604020202020204" pitchFamily="34" charset="0"/>
              <a:buChar char="•"/>
            </a:pPr>
            <a:r>
              <a:rPr lang="en-IN" sz="1600" dirty="0"/>
              <a:t>UI Design </a:t>
            </a:r>
          </a:p>
          <a:p>
            <a:pPr marL="742950" lvl="1" indent="-285750">
              <a:buFont typeface="Arial" panose="020B0604020202020204" pitchFamily="34" charset="0"/>
              <a:buChar char="•"/>
            </a:pPr>
            <a:r>
              <a:rPr lang="en-IN" sz="1600" dirty="0"/>
              <a:t>Backend Development </a:t>
            </a:r>
          </a:p>
          <a:p>
            <a:pPr marL="742950" lvl="1" indent="-285750">
              <a:buFont typeface="Arial" panose="020B0604020202020204" pitchFamily="34" charset="0"/>
              <a:buChar char="•"/>
            </a:pPr>
            <a:r>
              <a:rPr lang="en-IN" sz="1600" dirty="0"/>
              <a:t>AI Model Training </a:t>
            </a:r>
          </a:p>
          <a:p>
            <a:pPr marL="742950" lvl="1" indent="-285750">
              <a:buFont typeface="Arial" panose="020B0604020202020204" pitchFamily="34" charset="0"/>
              <a:buChar char="•"/>
            </a:pPr>
            <a:r>
              <a:rPr lang="en-IN" sz="1600" dirty="0"/>
              <a:t>Integration </a:t>
            </a:r>
          </a:p>
          <a:p>
            <a:pPr marL="742950" lvl="1" indent="-285750">
              <a:buFont typeface="Arial" panose="020B0604020202020204" pitchFamily="34" charset="0"/>
              <a:buChar char="•"/>
            </a:pPr>
            <a:r>
              <a:rPr lang="en-IN" sz="1600" dirty="0"/>
              <a:t>Testing </a:t>
            </a:r>
          </a:p>
          <a:p>
            <a:pPr marL="742950" lvl="1" indent="-285750">
              <a:buFont typeface="Arial" panose="020B0604020202020204" pitchFamily="34" charset="0"/>
              <a:buChar char="•"/>
            </a:pPr>
            <a:r>
              <a:rPr lang="en-IN" sz="1600" dirty="0"/>
              <a:t>Deployment </a:t>
            </a:r>
          </a:p>
          <a:p>
            <a:pPr marL="742950" lvl="1" indent="-285750">
              <a:buFont typeface="Arial" panose="020B0604020202020204" pitchFamily="34" charset="0"/>
              <a:buChar char="•"/>
            </a:pPr>
            <a:r>
              <a:rPr lang="en-IN" sz="1600" dirty="0"/>
              <a:t>Maintenance</a:t>
            </a:r>
          </a:p>
          <a:p>
            <a:pPr algn="just" eaLnBrk="1" fontAlgn="auto" hangingPunct="1">
              <a:spcBef>
                <a:spcPts val="0"/>
              </a:spcBef>
              <a:spcAft>
                <a:spcPts val="0"/>
              </a:spcAft>
              <a:buClr>
                <a:srgbClr val="000000"/>
              </a:buClr>
              <a:defRPr/>
            </a:pPr>
            <a:endParaRPr b="1" i="1" kern="0"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883549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7E61-B214-0217-82FD-D07F8E8D91FB}"/>
            </a:ext>
          </a:extLst>
        </p:cNvPr>
        <p:cNvGrpSpPr/>
        <p:nvPr/>
      </p:nvGrpSpPr>
      <p:grpSpPr>
        <a:xfrm>
          <a:off x="0" y="0"/>
          <a:ext cx="0" cy="0"/>
          <a:chOff x="0" y="0"/>
          <a:chExt cx="0" cy="0"/>
        </a:xfrm>
      </p:grpSpPr>
      <p:pic>
        <p:nvPicPr>
          <p:cNvPr id="26626" name="Google Shape;64;p14">
            <a:extLst>
              <a:ext uri="{FF2B5EF4-FFF2-40B4-BE49-F238E27FC236}">
                <a16:creationId xmlns:a16="http://schemas.microsoft.com/office/drawing/2014/main" id="{9316D80E-B38E-9592-E855-1CB4D9D77AD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Google Shape;65;p14">
            <a:extLst>
              <a:ext uri="{FF2B5EF4-FFF2-40B4-BE49-F238E27FC236}">
                <a16:creationId xmlns:a16="http://schemas.microsoft.com/office/drawing/2014/main" id="{08E43539-3304-9C1B-BACA-36DAE1842F1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Google Shape;66;p14">
            <a:extLst>
              <a:ext uri="{FF2B5EF4-FFF2-40B4-BE49-F238E27FC236}">
                <a16:creationId xmlns:a16="http://schemas.microsoft.com/office/drawing/2014/main" id="{6E6AF261-E8CA-3A74-9B9A-A47AD3372835}"/>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ALGORITHM DESCRIPTION</a:t>
            </a:r>
          </a:p>
        </p:txBody>
      </p:sp>
      <p:sp>
        <p:nvSpPr>
          <p:cNvPr id="5" name="Google Shape;58;p13">
            <a:extLst>
              <a:ext uri="{FF2B5EF4-FFF2-40B4-BE49-F238E27FC236}">
                <a16:creationId xmlns:a16="http://schemas.microsoft.com/office/drawing/2014/main" id="{D8DD098C-65B6-2840-0E3A-603EDC7FFAE5}"/>
              </a:ext>
            </a:extLst>
          </p:cNvPr>
          <p:cNvSpPr txBox="1"/>
          <p:nvPr/>
        </p:nvSpPr>
        <p:spPr>
          <a:xfrm>
            <a:off x="984250" y="1175911"/>
            <a:ext cx="7281863" cy="3319463"/>
          </a:xfrm>
          <a:prstGeom prst="rect">
            <a:avLst/>
          </a:prstGeom>
          <a:noFill/>
          <a:ln>
            <a:noFill/>
          </a:ln>
        </p:spPr>
        <p:txBody>
          <a:bodyPr spcFirstLastPara="1" lIns="91425" tIns="91425" rIns="91425" bIns="91425"/>
          <a:lstStyle/>
          <a:p>
            <a:r>
              <a:rPr lang="en-IN" sz="1600" b="1" dirty="0"/>
              <a:t>Workflow</a:t>
            </a:r>
          </a:p>
          <a:p>
            <a:endParaRPr lang="en-IN" sz="1600" b="1" dirty="0"/>
          </a:p>
          <a:p>
            <a:pPr marL="800100" lvl="1" indent="-342900">
              <a:buFont typeface="+mj-lt"/>
              <a:buAutoNum type="arabicPeriod"/>
            </a:pPr>
            <a:r>
              <a:rPr lang="en-IN" sz="1600" dirty="0"/>
              <a:t>User logs into the application. </a:t>
            </a:r>
          </a:p>
          <a:p>
            <a:pPr marL="800100" lvl="1" indent="-342900">
              <a:buFont typeface="+mj-lt"/>
              <a:buAutoNum type="arabicPeriod"/>
            </a:pPr>
            <a:r>
              <a:rPr lang="en-IN" sz="1600" dirty="0"/>
              <a:t>User uploads or captures a skin image. </a:t>
            </a:r>
          </a:p>
          <a:p>
            <a:pPr marL="800100" lvl="1" indent="-342900">
              <a:buFont typeface="+mj-lt"/>
              <a:buAutoNum type="arabicPeriod"/>
            </a:pPr>
            <a:r>
              <a:rPr lang="en-IN" sz="1600" dirty="0"/>
              <a:t>Image preprocessing is performed. </a:t>
            </a:r>
          </a:p>
          <a:p>
            <a:pPr marL="800100" lvl="1" indent="-342900">
              <a:buFont typeface="+mj-lt"/>
              <a:buAutoNum type="arabicPeriod"/>
            </a:pPr>
            <a:r>
              <a:rPr lang="en-IN" sz="1600" dirty="0"/>
              <a:t>AI model extracts image features. </a:t>
            </a:r>
          </a:p>
          <a:p>
            <a:pPr marL="800100" lvl="1" indent="-342900">
              <a:buFont typeface="+mj-lt"/>
              <a:buAutoNum type="arabicPeriod"/>
            </a:pPr>
            <a:r>
              <a:rPr lang="en-IN" sz="1600" dirty="0"/>
              <a:t>Disease detection model predicts possible skin condition. </a:t>
            </a:r>
          </a:p>
          <a:p>
            <a:pPr marL="800100" lvl="1" indent="-342900">
              <a:buFont typeface="+mj-lt"/>
              <a:buAutoNum type="arabicPeriod"/>
            </a:pPr>
            <a:r>
              <a:rPr lang="en-IN" sz="1600" dirty="0"/>
              <a:t>Skin quality analysis is performed. </a:t>
            </a:r>
          </a:p>
          <a:p>
            <a:pPr marL="800100" lvl="1" indent="-342900">
              <a:buFont typeface="+mj-lt"/>
              <a:buAutoNum type="arabicPeriod"/>
            </a:pPr>
            <a:r>
              <a:rPr lang="en-IN" sz="1600" dirty="0"/>
              <a:t>AI calculates Skin Health Score. </a:t>
            </a:r>
          </a:p>
          <a:p>
            <a:pPr marL="800100" lvl="1" indent="-342900">
              <a:buFont typeface="+mj-lt"/>
              <a:buAutoNum type="arabicPeriod"/>
            </a:pPr>
            <a:r>
              <a:rPr lang="en-IN" sz="1600" dirty="0"/>
              <a:t>Personalized skincare routine is generated. </a:t>
            </a:r>
          </a:p>
          <a:p>
            <a:pPr marL="800100" lvl="1" indent="-342900">
              <a:buFont typeface="+mj-lt"/>
              <a:buAutoNum type="arabicPeriod"/>
            </a:pPr>
            <a:r>
              <a:rPr lang="en-IN" sz="1600" dirty="0"/>
              <a:t>Product recommendation engine suggests suitable products. </a:t>
            </a:r>
          </a:p>
          <a:p>
            <a:pPr marL="800100" lvl="1" indent="-342900">
              <a:buFont typeface="+mj-lt"/>
              <a:buAutoNum type="arabicPeriod"/>
            </a:pPr>
            <a:r>
              <a:rPr lang="en-IN" sz="1600" dirty="0"/>
              <a:t>Results are stored for future comparison.</a:t>
            </a:r>
          </a:p>
          <a:p>
            <a:pPr algn="just" eaLnBrk="1" fontAlgn="auto" hangingPunct="1">
              <a:spcBef>
                <a:spcPts val="0"/>
              </a:spcBef>
              <a:spcAft>
                <a:spcPts val="0"/>
              </a:spcAft>
              <a:buClr>
                <a:srgbClr val="000000"/>
              </a:buClr>
              <a:defRPr/>
            </a:pPr>
            <a:endParaRPr b="1" i="1" kern="0"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460270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Google Shape;64;p14">
            <a:extLst>
              <a:ext uri="{FF2B5EF4-FFF2-40B4-BE49-F238E27FC236}">
                <a16:creationId xmlns:a16="http://schemas.microsoft.com/office/drawing/2014/main" id="{3C80E2C9-38B6-8CBA-4F46-784738EF4A9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Google Shape;65;p14">
            <a:extLst>
              <a:ext uri="{FF2B5EF4-FFF2-40B4-BE49-F238E27FC236}">
                <a16:creationId xmlns:a16="http://schemas.microsoft.com/office/drawing/2014/main" id="{F9385A0B-74A7-09DE-C769-321EC172F489}"/>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Google Shape;66;p14">
            <a:extLst>
              <a:ext uri="{FF2B5EF4-FFF2-40B4-BE49-F238E27FC236}">
                <a16:creationId xmlns:a16="http://schemas.microsoft.com/office/drawing/2014/main" id="{86C55027-A480-5A85-BE14-DFDBC6FDD1E4}"/>
              </a:ext>
            </a:extLst>
          </p:cNvPr>
          <p:cNvSpPr>
            <a:spLocks noChangeArrowheads="1"/>
          </p:cNvSpPr>
          <p:nvPr/>
        </p:nvSpPr>
        <p:spPr bwMode="auto">
          <a:xfrm>
            <a:off x="1146175" y="58738"/>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Font typeface="Arial" panose="020B0604020202020204" pitchFamily="34" charset="0"/>
              <a:buNone/>
            </a:pPr>
            <a:r>
              <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TECHNOLOGY STACK</a:t>
            </a:r>
          </a:p>
        </p:txBody>
      </p:sp>
      <p:sp>
        <p:nvSpPr>
          <p:cNvPr id="5" name="Google Shape;58;p13">
            <a:extLst>
              <a:ext uri="{FF2B5EF4-FFF2-40B4-BE49-F238E27FC236}">
                <a16:creationId xmlns:a16="http://schemas.microsoft.com/office/drawing/2014/main" id="{018C8677-3655-1593-41F9-ADDBDB7F5F93}"/>
              </a:ext>
            </a:extLst>
          </p:cNvPr>
          <p:cNvSpPr txBox="1"/>
          <p:nvPr/>
        </p:nvSpPr>
        <p:spPr>
          <a:xfrm>
            <a:off x="984250" y="1146175"/>
            <a:ext cx="7281863" cy="3319463"/>
          </a:xfrm>
          <a:prstGeom prst="rect">
            <a:avLst/>
          </a:prstGeom>
          <a:noFill/>
          <a:ln>
            <a:noFill/>
          </a:ln>
        </p:spPr>
        <p:txBody>
          <a:bodyPr spcFirstLastPara="1" lIns="91425" tIns="91425" rIns="91425" bIns="91425"/>
          <a:lstStyle/>
          <a:p>
            <a:pPr algn="just" eaLnBrk="1" fontAlgn="auto" hangingPunct="1">
              <a:spcBef>
                <a:spcPts val="0"/>
              </a:spcBef>
              <a:spcAft>
                <a:spcPts val="0"/>
              </a:spcAft>
              <a:buClr>
                <a:srgbClr val="000000"/>
              </a:buClr>
              <a:defRPr/>
            </a:pPr>
            <a:endParaRPr sz="2000" b="1" i="1" kern="0" dirty="0">
              <a:latin typeface="Times New Roman" panose="02020603050405020304" pitchFamily="18" charset="0"/>
              <a:ea typeface="Times New Roman"/>
              <a:cs typeface="Times New Roman" panose="02020603050405020304" pitchFamily="18" charset="0"/>
              <a:sym typeface="Times New Roman"/>
            </a:endParaRPr>
          </a:p>
        </p:txBody>
      </p:sp>
      <p:graphicFrame>
        <p:nvGraphicFramePr>
          <p:cNvPr id="2" name="Table 1">
            <a:extLst>
              <a:ext uri="{FF2B5EF4-FFF2-40B4-BE49-F238E27FC236}">
                <a16:creationId xmlns:a16="http://schemas.microsoft.com/office/drawing/2014/main" id="{B6E6B446-AE47-4932-DC7D-6D0D61765FF7}"/>
              </a:ext>
            </a:extLst>
          </p:cNvPr>
          <p:cNvGraphicFramePr>
            <a:graphicFrameLocks noGrp="1"/>
          </p:cNvGraphicFramePr>
          <p:nvPr>
            <p:extLst>
              <p:ext uri="{D42A27DB-BD31-4B8C-83A1-F6EECF244321}">
                <p14:modId xmlns:p14="http://schemas.microsoft.com/office/powerpoint/2010/main" val="1223850601"/>
              </p:ext>
            </p:extLst>
          </p:nvPr>
        </p:nvGraphicFramePr>
        <p:xfrm>
          <a:off x="311150" y="1184275"/>
          <a:ext cx="8521700" cy="3352800"/>
        </p:xfrm>
        <a:graphic>
          <a:graphicData uri="http://schemas.openxmlformats.org/drawingml/2006/table">
            <a:tbl>
              <a:tblPr/>
              <a:tblGrid>
                <a:gridCol w="4260850">
                  <a:extLst>
                    <a:ext uri="{9D8B030D-6E8A-4147-A177-3AD203B41FA5}">
                      <a16:colId xmlns:a16="http://schemas.microsoft.com/office/drawing/2014/main" val="984842632"/>
                    </a:ext>
                  </a:extLst>
                </a:gridCol>
                <a:gridCol w="4260850">
                  <a:extLst>
                    <a:ext uri="{9D8B030D-6E8A-4147-A177-3AD203B41FA5}">
                      <a16:colId xmlns:a16="http://schemas.microsoft.com/office/drawing/2014/main" val="269995643"/>
                    </a:ext>
                  </a:extLst>
                </a:gridCol>
              </a:tblGrid>
              <a:tr h="0">
                <a:tc>
                  <a:txBody>
                    <a:bodyPr/>
                    <a:lstStyle/>
                    <a:p>
                      <a:pPr>
                        <a:buNone/>
                      </a:pPr>
                      <a:r>
                        <a:rPr lang="en-IN" dirty="0"/>
                        <a:t>Layer</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Technology</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58033310"/>
                  </a:ext>
                </a:extLst>
              </a:tr>
              <a:tr h="0">
                <a:tc>
                  <a:txBody>
                    <a:bodyPr/>
                    <a:lstStyle/>
                    <a:p>
                      <a:pPr>
                        <a:buNone/>
                      </a:pPr>
                      <a:r>
                        <a:rPr lang="en-IN" dirty="0"/>
                        <a:t>Frontend</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Flutter</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574636675"/>
                  </a:ext>
                </a:extLst>
              </a:tr>
              <a:tr h="0">
                <a:tc>
                  <a:txBody>
                    <a:bodyPr/>
                    <a:lstStyle/>
                    <a:p>
                      <a:pPr>
                        <a:buNone/>
                      </a:pPr>
                      <a:r>
                        <a:rPr lang="en-IN" dirty="0"/>
                        <a:t>Backend</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Spring Boot</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817673544"/>
                  </a:ext>
                </a:extLst>
              </a:tr>
              <a:tr h="0">
                <a:tc>
                  <a:txBody>
                    <a:bodyPr/>
                    <a:lstStyle/>
                    <a:p>
                      <a:pPr>
                        <a:buNone/>
                      </a:pPr>
                      <a:r>
                        <a:rPr lang="en-IN" dirty="0"/>
                        <a:t>AI Service</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Python (</a:t>
                      </a:r>
                      <a:r>
                        <a:rPr lang="en-IN" dirty="0" err="1"/>
                        <a:t>FastAPI</a:t>
                      </a:r>
                      <a:r>
                        <a:rPr lang="en-IN" dirty="0"/>
                        <a:t>/Flask)</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18062324"/>
                  </a:ext>
                </a:extLst>
              </a:tr>
              <a:tr h="0">
                <a:tc>
                  <a:txBody>
                    <a:bodyPr/>
                    <a:lstStyle/>
                    <a:p>
                      <a:pPr>
                        <a:buNone/>
                      </a:pPr>
                      <a:r>
                        <a:rPr lang="en-IN" dirty="0"/>
                        <a:t>AI Models</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TensorFlow / </a:t>
                      </a:r>
                      <a:r>
                        <a:rPr lang="en-IN" dirty="0" err="1"/>
                        <a:t>PyTorch</a:t>
                      </a:r>
                      <a:endParaRPr lang="en-IN" dirty="0"/>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772533168"/>
                  </a:ext>
                </a:extLst>
              </a:tr>
              <a:tr h="0">
                <a:tc>
                  <a:txBody>
                    <a:bodyPr/>
                    <a:lstStyle/>
                    <a:p>
                      <a:pPr>
                        <a:buNone/>
                      </a:pPr>
                      <a:r>
                        <a:rPr lang="en-IN" dirty="0"/>
                        <a:t>Image Processing</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OpenCV</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050337603"/>
                  </a:ext>
                </a:extLst>
              </a:tr>
              <a:tr h="0">
                <a:tc>
                  <a:txBody>
                    <a:bodyPr/>
                    <a:lstStyle/>
                    <a:p>
                      <a:pPr>
                        <a:buNone/>
                      </a:pPr>
                      <a:r>
                        <a:rPr lang="en-IN" dirty="0"/>
                        <a:t>Database</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MySQL</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654406516"/>
                  </a:ext>
                </a:extLst>
              </a:tr>
              <a:tr h="0">
                <a:tc>
                  <a:txBody>
                    <a:bodyPr/>
                    <a:lstStyle/>
                    <a:p>
                      <a:pPr>
                        <a:buNone/>
                      </a:pPr>
                      <a:r>
                        <a:rPr lang="en-IN" dirty="0"/>
                        <a:t>Cloud Storage</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Firebase</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221528629"/>
                  </a:ext>
                </a:extLst>
              </a:tr>
              <a:tr h="0">
                <a:tc>
                  <a:txBody>
                    <a:bodyPr/>
                    <a:lstStyle/>
                    <a:p>
                      <a:pPr>
                        <a:buNone/>
                      </a:pPr>
                      <a:r>
                        <a:rPr lang="en-IN" dirty="0"/>
                        <a:t>Notifications</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Firebase Cloud Messaging</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934293048"/>
                  </a:ext>
                </a:extLst>
              </a:tr>
              <a:tr h="0">
                <a:tc>
                  <a:txBody>
                    <a:bodyPr/>
                    <a:lstStyle/>
                    <a:p>
                      <a:pPr>
                        <a:buNone/>
                      </a:pPr>
                      <a:r>
                        <a:rPr lang="en-IN" dirty="0"/>
                        <a:t>Maps</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Google Maps API</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84503260"/>
                  </a:ext>
                </a:extLst>
              </a:tr>
              <a:tr h="0">
                <a:tc>
                  <a:txBody>
                    <a:bodyPr/>
                    <a:lstStyle/>
                    <a:p>
                      <a:pPr>
                        <a:buNone/>
                      </a:pPr>
                      <a:r>
                        <a:rPr lang="en-IN" dirty="0"/>
                        <a:t>Version Control</a:t>
                      </a:r>
                    </a:p>
                  </a:txBody>
                  <a:tcPr anchor="ctr">
                    <a:lnL>
                      <a:noFill/>
                    </a:lnL>
                    <a:lnR>
                      <a:noFill/>
                    </a:lnR>
                    <a:lnT>
                      <a:noFill/>
                    </a:lnT>
                    <a:lnB>
                      <a:noFill/>
                    </a:lnB>
                    <a:lnTlToBr w="12700" cmpd="sng">
                      <a:noFill/>
                      <a:prstDash val="solid"/>
                    </a:lnTlToBr>
                    <a:lnBlToTr w="12700" cmpd="sng">
                      <a:noFill/>
                      <a:prstDash val="solid"/>
                    </a:lnBlToTr>
                    <a:solidFill>
                      <a:srgbClr val="FFFF00"/>
                    </a:solidFill>
                  </a:tcPr>
                </a:tc>
                <a:tc>
                  <a:txBody>
                    <a:bodyPr/>
                    <a:lstStyle/>
                    <a:p>
                      <a:pPr>
                        <a:buNone/>
                      </a:pPr>
                      <a:r>
                        <a:rPr lang="en-IN" dirty="0"/>
                        <a:t>Git &amp; GitHub</a:t>
                      </a:r>
                    </a:p>
                  </a:txBody>
                  <a:tcPr anchor="ctr">
                    <a:lnL>
                      <a:noFill/>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59820432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D22D-5969-A6B3-82F3-D2B366B485E8}"/>
            </a:ext>
          </a:extLst>
        </p:cNvPr>
        <p:cNvGrpSpPr/>
        <p:nvPr/>
      </p:nvGrpSpPr>
      <p:grpSpPr>
        <a:xfrm>
          <a:off x="0" y="0"/>
          <a:ext cx="0" cy="0"/>
          <a:chOff x="0" y="0"/>
          <a:chExt cx="0" cy="0"/>
        </a:xfrm>
      </p:grpSpPr>
      <p:pic>
        <p:nvPicPr>
          <p:cNvPr id="28674" name="Google Shape;64;p14">
            <a:extLst>
              <a:ext uri="{FF2B5EF4-FFF2-40B4-BE49-F238E27FC236}">
                <a16:creationId xmlns:a16="http://schemas.microsoft.com/office/drawing/2014/main" id="{81B964A3-3B95-C4F2-83AA-9F8FB12CD22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Google Shape;65;p14">
            <a:extLst>
              <a:ext uri="{FF2B5EF4-FFF2-40B4-BE49-F238E27FC236}">
                <a16:creationId xmlns:a16="http://schemas.microsoft.com/office/drawing/2014/main" id="{3BDB79BE-5225-9037-213B-038A079A4CD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Google Shape;66;p14">
            <a:extLst>
              <a:ext uri="{FF2B5EF4-FFF2-40B4-BE49-F238E27FC236}">
                <a16:creationId xmlns:a16="http://schemas.microsoft.com/office/drawing/2014/main" id="{6515CD76-79DE-F359-CA88-ABC046A608EC}"/>
              </a:ext>
            </a:extLst>
          </p:cNvPr>
          <p:cNvSpPr>
            <a:spLocks noChangeArrowheads="1"/>
          </p:cNvSpPr>
          <p:nvPr/>
        </p:nvSpPr>
        <p:spPr bwMode="auto">
          <a:xfrm>
            <a:off x="1092992" y="68959"/>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None/>
            </a:pPr>
            <a:endParaRPr lang="en-IN" sz="2800" b="1" dirty="0">
              <a:solidFill>
                <a:schemeClr val="bg1"/>
              </a:solidFill>
              <a:latin typeface="Times New Roman" panose="02020603050405020304" pitchFamily="18" charset="0"/>
              <a:cs typeface="Times New Roman" panose="02020603050405020304" pitchFamily="18" charset="0"/>
            </a:endParaRPr>
          </a:p>
          <a:p>
            <a:pPr algn="ctr" eaLnBrk="1" hangingPunct="1">
              <a:buNone/>
            </a:pPr>
            <a:r>
              <a:rPr lang="en-IN" sz="2800" b="1" dirty="0">
                <a:solidFill>
                  <a:schemeClr val="bg1"/>
                </a:solidFill>
                <a:latin typeface="Times New Roman" panose="02020603050405020304" pitchFamily="18" charset="0"/>
                <a:cs typeface="Times New Roman" panose="02020603050405020304" pitchFamily="18" charset="0"/>
              </a:rPr>
              <a:t>UI SCREENS/WIRE FRAMES</a:t>
            </a:r>
            <a:endParaRPr lang="en-US" sz="2800" b="1" kern="0" dirty="0">
              <a:solidFill>
                <a:schemeClr val="bg1"/>
              </a:solidFill>
              <a:latin typeface="Times New Roman" panose="02020603050405020304" pitchFamily="18" charset="0"/>
              <a:ea typeface="Times New Roman"/>
              <a:cs typeface="Times New Roman" panose="02020603050405020304" pitchFamily="18" charset="0"/>
              <a:sym typeface="Times New Roman"/>
            </a:endParaRPr>
          </a:p>
          <a:p>
            <a:pPr algn="ctr" eaLnBrk="1" hangingPunct="1">
              <a:buFont typeface="Arial" panose="020B0604020202020204" pitchFamily="34" charset="0"/>
              <a:buNone/>
            </a:pPr>
            <a:endPar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Google Shape;58;p13">
            <a:extLst>
              <a:ext uri="{FF2B5EF4-FFF2-40B4-BE49-F238E27FC236}">
                <a16:creationId xmlns:a16="http://schemas.microsoft.com/office/drawing/2014/main" id="{75D13B73-08B7-67FC-4586-77892DD78218}"/>
              </a:ext>
            </a:extLst>
          </p:cNvPr>
          <p:cNvSpPr txBox="1"/>
          <p:nvPr/>
        </p:nvSpPr>
        <p:spPr>
          <a:xfrm>
            <a:off x="931068" y="1094137"/>
            <a:ext cx="7281863" cy="3319463"/>
          </a:xfrm>
          <a:prstGeom prst="rect">
            <a:avLst/>
          </a:prstGeom>
          <a:noFill/>
          <a:ln>
            <a:noFill/>
          </a:ln>
        </p:spPr>
        <p:txBody>
          <a:bodyPr spcFirstLastPara="1" lIns="91425" tIns="91425" rIns="91425" bIns="91425"/>
          <a:lstStyle/>
          <a:p>
            <a:r>
              <a:rPr lang="en-IN" sz="1600" b="1" dirty="0"/>
              <a:t>Include </a:t>
            </a:r>
            <a:r>
              <a:rPr lang="en-IN" sz="1600" b="1" dirty="0" err="1"/>
              <a:t>mockups</a:t>
            </a:r>
            <a:r>
              <a:rPr lang="en-IN" sz="1600" b="1" dirty="0"/>
              <a:t>/screenshots of</a:t>
            </a:r>
          </a:p>
          <a:p>
            <a:endParaRPr lang="en-IN" sz="1600" b="1" dirty="0"/>
          </a:p>
          <a:p>
            <a:pPr marL="742950" lvl="1" indent="-285750">
              <a:buFont typeface="Arial" panose="020B0604020202020204" pitchFamily="34" charset="0"/>
              <a:buChar char="•"/>
            </a:pPr>
            <a:r>
              <a:rPr lang="en-IN" sz="1600" dirty="0"/>
              <a:t>Login Screen </a:t>
            </a:r>
          </a:p>
          <a:p>
            <a:pPr marL="742950" lvl="1" indent="-285750">
              <a:buFont typeface="Arial" panose="020B0604020202020204" pitchFamily="34" charset="0"/>
              <a:buChar char="•"/>
            </a:pPr>
            <a:r>
              <a:rPr lang="en-IN" sz="1600" dirty="0"/>
              <a:t>Registration Screen </a:t>
            </a:r>
          </a:p>
          <a:p>
            <a:pPr marL="742950" lvl="1" indent="-285750">
              <a:buFont typeface="Arial" panose="020B0604020202020204" pitchFamily="34" charset="0"/>
              <a:buChar char="•"/>
            </a:pPr>
            <a:r>
              <a:rPr lang="en-IN" sz="1600" dirty="0"/>
              <a:t>Home Dashboard </a:t>
            </a:r>
          </a:p>
          <a:p>
            <a:pPr marL="742950" lvl="1" indent="-285750">
              <a:buFont typeface="Arial" panose="020B0604020202020204" pitchFamily="34" charset="0"/>
              <a:buChar char="•"/>
            </a:pPr>
            <a:r>
              <a:rPr lang="en-IN" sz="1600" dirty="0"/>
              <a:t>Camera Upload Screen </a:t>
            </a:r>
          </a:p>
          <a:p>
            <a:pPr marL="742950" lvl="1" indent="-285750">
              <a:buFont typeface="Arial" panose="020B0604020202020204" pitchFamily="34" charset="0"/>
              <a:buChar char="•"/>
            </a:pPr>
            <a:r>
              <a:rPr lang="en-IN" sz="1600" dirty="0"/>
              <a:t>AI Analysis Result </a:t>
            </a:r>
          </a:p>
          <a:p>
            <a:pPr marL="742950" lvl="1" indent="-285750">
              <a:buFont typeface="Arial" panose="020B0604020202020204" pitchFamily="34" charset="0"/>
              <a:buChar char="•"/>
            </a:pPr>
            <a:r>
              <a:rPr lang="en-IN" sz="1600" dirty="0"/>
              <a:t>Skin Health Report </a:t>
            </a:r>
          </a:p>
          <a:p>
            <a:pPr marL="742950" lvl="1" indent="-285750">
              <a:buFont typeface="Arial" panose="020B0604020202020204" pitchFamily="34" charset="0"/>
              <a:buChar char="•"/>
            </a:pPr>
            <a:r>
              <a:rPr lang="en-IN" sz="1600" dirty="0"/>
              <a:t>Product Recommendation Page </a:t>
            </a:r>
          </a:p>
          <a:p>
            <a:pPr marL="742950" lvl="1" indent="-285750">
              <a:buFont typeface="Arial" panose="020B0604020202020204" pitchFamily="34" charset="0"/>
              <a:buChar char="•"/>
            </a:pPr>
            <a:r>
              <a:rPr lang="en-IN" sz="1600" dirty="0"/>
              <a:t>Progress Tracking Page </a:t>
            </a:r>
          </a:p>
          <a:p>
            <a:pPr marL="742950" lvl="1" indent="-285750">
              <a:buFont typeface="Arial" panose="020B0604020202020204" pitchFamily="34" charset="0"/>
              <a:buChar char="•"/>
            </a:pPr>
            <a:r>
              <a:rPr lang="en-IN" sz="1600" dirty="0"/>
              <a:t>AI Chat Assistant </a:t>
            </a:r>
          </a:p>
          <a:p>
            <a:pPr marL="742950" lvl="1" indent="-285750">
              <a:buFont typeface="Arial" panose="020B0604020202020204" pitchFamily="34" charset="0"/>
              <a:buChar char="•"/>
            </a:pPr>
            <a:r>
              <a:rPr lang="en-IN" sz="1600" dirty="0"/>
              <a:t>Doctor Appointment Screen </a:t>
            </a:r>
          </a:p>
          <a:p>
            <a:pPr algn="just" eaLnBrk="1" fontAlgn="auto" hangingPunct="1">
              <a:spcBef>
                <a:spcPts val="0"/>
              </a:spcBef>
              <a:spcAft>
                <a:spcPts val="0"/>
              </a:spcAft>
              <a:buClr>
                <a:srgbClr val="000000"/>
              </a:buClr>
              <a:defRPr/>
            </a:pPr>
            <a:endParaRPr b="1" i="1" kern="0"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43747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565A-B918-9024-2E5F-89E1A7FA0F60}"/>
            </a:ext>
          </a:extLst>
        </p:cNvPr>
        <p:cNvGrpSpPr/>
        <p:nvPr/>
      </p:nvGrpSpPr>
      <p:grpSpPr>
        <a:xfrm>
          <a:off x="0" y="0"/>
          <a:ext cx="0" cy="0"/>
          <a:chOff x="0" y="0"/>
          <a:chExt cx="0" cy="0"/>
        </a:xfrm>
      </p:grpSpPr>
      <p:pic>
        <p:nvPicPr>
          <p:cNvPr id="28674" name="Google Shape;64;p14">
            <a:extLst>
              <a:ext uri="{FF2B5EF4-FFF2-40B4-BE49-F238E27FC236}">
                <a16:creationId xmlns:a16="http://schemas.microsoft.com/office/drawing/2014/main" id="{4A6E14E0-8D69-A78F-89B8-10960B9FC5B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113" y="-7938"/>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Google Shape;65;p14">
            <a:extLst>
              <a:ext uri="{FF2B5EF4-FFF2-40B4-BE49-F238E27FC236}">
                <a16:creationId xmlns:a16="http://schemas.microsoft.com/office/drawing/2014/main" id="{50EBA2D9-44EF-724F-8EC6-4B356EF9036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938"/>
            <a:ext cx="876300"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Google Shape;66;p14">
            <a:extLst>
              <a:ext uri="{FF2B5EF4-FFF2-40B4-BE49-F238E27FC236}">
                <a16:creationId xmlns:a16="http://schemas.microsoft.com/office/drawing/2014/main" id="{D1D29014-84FE-7165-AED2-3D53B208860E}"/>
              </a:ext>
            </a:extLst>
          </p:cNvPr>
          <p:cNvSpPr>
            <a:spLocks noChangeArrowheads="1"/>
          </p:cNvSpPr>
          <p:nvPr/>
        </p:nvSpPr>
        <p:spPr bwMode="auto">
          <a:xfrm>
            <a:off x="1092992" y="68959"/>
            <a:ext cx="6958013" cy="720725"/>
          </a:xfrm>
          <a:prstGeom prst="roundRect">
            <a:avLst>
              <a:gd name="adj" fmla="val 16667"/>
            </a:avLst>
          </a:prstGeom>
          <a:solidFill>
            <a:srgbClr val="090567"/>
          </a:solidFill>
          <a:ln w="9525">
            <a:solidFill>
              <a:schemeClr val="bg2"/>
            </a:solidFill>
            <a:round/>
            <a:headEnd type="none" w="sm" len="sm"/>
            <a:tailEnd type="none" w="sm" len="sm"/>
          </a:ln>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None/>
            </a:pPr>
            <a:endParaRPr lang="en-IN" sz="2800" b="1" dirty="0">
              <a:solidFill>
                <a:schemeClr val="bg1"/>
              </a:solidFill>
              <a:latin typeface="Times New Roman" panose="02020603050405020304" pitchFamily="18" charset="0"/>
              <a:cs typeface="Times New Roman" panose="02020603050405020304" pitchFamily="18" charset="0"/>
            </a:endParaRPr>
          </a:p>
          <a:p>
            <a:pPr algn="ctr" eaLnBrk="1" hangingPunct="1">
              <a:buNone/>
            </a:pPr>
            <a:r>
              <a:rPr lang="en-IN" sz="2800" b="1" dirty="0">
                <a:solidFill>
                  <a:schemeClr val="bg1"/>
                </a:solidFill>
                <a:latin typeface="Times New Roman" panose="02020603050405020304" pitchFamily="18" charset="0"/>
                <a:cs typeface="Times New Roman" panose="02020603050405020304" pitchFamily="18" charset="0"/>
              </a:rPr>
              <a:t>UI SCREENS/WIRE FRAMES</a:t>
            </a:r>
            <a:endParaRPr lang="en-US" sz="2800" b="1" kern="0" dirty="0">
              <a:solidFill>
                <a:schemeClr val="bg1"/>
              </a:solidFill>
              <a:latin typeface="Times New Roman" panose="02020603050405020304" pitchFamily="18" charset="0"/>
              <a:ea typeface="Times New Roman"/>
              <a:cs typeface="Times New Roman" panose="02020603050405020304" pitchFamily="18" charset="0"/>
              <a:sym typeface="Times New Roman"/>
            </a:endParaRPr>
          </a:p>
          <a:p>
            <a:pPr algn="ctr" eaLnBrk="1" hangingPunct="1">
              <a:buFont typeface="Arial" panose="020B0604020202020204" pitchFamily="34" charset="0"/>
              <a:buNone/>
            </a:pPr>
            <a:endParaRPr lang="en-US" altLang="en-US" sz="28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Google Shape;58;p13">
            <a:extLst>
              <a:ext uri="{FF2B5EF4-FFF2-40B4-BE49-F238E27FC236}">
                <a16:creationId xmlns:a16="http://schemas.microsoft.com/office/drawing/2014/main" id="{1BBE716D-1A2A-5204-3F2A-080E0B8D32BC}"/>
              </a:ext>
            </a:extLst>
          </p:cNvPr>
          <p:cNvSpPr txBox="1"/>
          <p:nvPr/>
        </p:nvSpPr>
        <p:spPr>
          <a:xfrm>
            <a:off x="931068" y="1094137"/>
            <a:ext cx="7281863" cy="3319463"/>
          </a:xfrm>
          <a:prstGeom prst="rect">
            <a:avLst/>
          </a:prstGeom>
          <a:noFill/>
          <a:ln>
            <a:noFill/>
          </a:ln>
        </p:spPr>
        <p:txBody>
          <a:bodyPr spcFirstLastPara="1" lIns="91425" tIns="91425" rIns="91425" bIns="91425"/>
          <a:lstStyle/>
          <a:p>
            <a:pPr algn="just" eaLnBrk="1" fontAlgn="auto" hangingPunct="1">
              <a:spcBef>
                <a:spcPts val="0"/>
              </a:spcBef>
              <a:spcAft>
                <a:spcPts val="0"/>
              </a:spcAft>
              <a:buClr>
                <a:srgbClr val="000000"/>
              </a:buClr>
              <a:defRPr/>
            </a:pPr>
            <a:endParaRPr b="1" i="1" kern="0" dirty="0">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78569812-E45C-46C4-7080-1556B15AC71D}"/>
              </a:ext>
            </a:extLst>
          </p:cNvPr>
          <p:cNvPicPr>
            <a:picLocks noChangeAspect="1"/>
          </p:cNvPicPr>
          <p:nvPr/>
        </p:nvPicPr>
        <p:blipFill>
          <a:blip r:embed="rId5"/>
          <a:stretch>
            <a:fillRect/>
          </a:stretch>
        </p:blipFill>
        <p:spPr>
          <a:xfrm>
            <a:off x="1364512" y="866853"/>
            <a:ext cx="6414971" cy="4276647"/>
          </a:xfrm>
          <a:prstGeom prst="rect">
            <a:avLst/>
          </a:prstGeom>
        </p:spPr>
      </p:pic>
    </p:spTree>
    <p:extLst>
      <p:ext uri="{BB962C8B-B14F-4D97-AF65-F5344CB8AC3E}">
        <p14:creationId xmlns:p14="http://schemas.microsoft.com/office/powerpoint/2010/main" val="335386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Google Shape;64;p14">
            <a:extLst>
              <a:ext uri="{FF2B5EF4-FFF2-40B4-BE49-F238E27FC236}">
                <a16:creationId xmlns:a16="http://schemas.microsoft.com/office/drawing/2014/main" id="{52E05458-BED5-21FA-4FB0-D917B301F4B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2313" y="0"/>
            <a:ext cx="8016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Google Shape;65;p14">
            <a:extLst>
              <a:ext uri="{FF2B5EF4-FFF2-40B4-BE49-F238E27FC236}">
                <a16:creationId xmlns:a16="http://schemas.microsoft.com/office/drawing/2014/main" id="{73694F64-26EC-A1C0-8CFE-960E720F9D60}"/>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8763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B5E47FC-886D-7E44-764E-EBA8A14C642C}"/>
              </a:ext>
            </a:extLst>
          </p:cNvPr>
          <p:cNvSpPr/>
          <p:nvPr/>
        </p:nvSpPr>
        <p:spPr>
          <a:xfrm>
            <a:off x="158750" y="1858963"/>
            <a:ext cx="8596313" cy="1108075"/>
          </a:xfrm>
          <a:prstGeom prst="rect">
            <a:avLst/>
          </a:prstGeom>
        </p:spPr>
        <p:txBody>
          <a:bodyPr>
            <a:spAutoFit/>
          </a:bodyPr>
          <a:lstStyle/>
          <a:p>
            <a:pPr algn="ctr" eaLnBrk="1" fontAlgn="auto" hangingPunct="1">
              <a:spcBef>
                <a:spcPts val="0"/>
              </a:spcBef>
              <a:spcAft>
                <a:spcPts val="0"/>
              </a:spcAft>
              <a:buClr>
                <a:srgbClr val="000000"/>
              </a:buClr>
              <a:buFont typeface="Arial"/>
              <a:buNone/>
              <a:defRPr/>
            </a:pPr>
            <a:r>
              <a:rPr lang="en-US" sz="6600" b="1" kern="0" dirty="0">
                <a:solidFill>
                  <a:srgbClr val="006600"/>
                </a:solidFill>
                <a:latin typeface="Algerian" pitchFamily="82" charset="0"/>
                <a:ea typeface="Times New Roman"/>
                <a:cs typeface="Times New Roman" pitchFamily="18" charset="0"/>
                <a:sym typeface="Times New Roman"/>
              </a:rPr>
              <a:t>Queries ????</a:t>
            </a:r>
          </a:p>
        </p:txBody>
      </p:sp>
      <p:sp>
        <p:nvSpPr>
          <p:cNvPr id="6" name="Google Shape;58;p13">
            <a:extLst>
              <a:ext uri="{FF2B5EF4-FFF2-40B4-BE49-F238E27FC236}">
                <a16:creationId xmlns:a16="http://schemas.microsoft.com/office/drawing/2014/main" id="{32B57D63-6C0A-D9C6-D062-74184B2E8795}"/>
              </a:ext>
            </a:extLst>
          </p:cNvPr>
          <p:cNvSpPr txBox="1"/>
          <p:nvPr/>
        </p:nvSpPr>
        <p:spPr>
          <a:xfrm>
            <a:off x="931863" y="1858963"/>
            <a:ext cx="7280275" cy="1338262"/>
          </a:xfrm>
          <a:prstGeom prst="rect">
            <a:avLst/>
          </a:prstGeom>
          <a:noFill/>
          <a:ln>
            <a:noFill/>
          </a:ln>
        </p:spPr>
        <p:txBody>
          <a:bodyPr spcFirstLastPara="1" lIns="91425" tIns="91425" rIns="91425" bIns="91425"/>
          <a:lstStyle/>
          <a:p>
            <a:pPr eaLnBrk="1" fontAlgn="auto" hangingPunct="1">
              <a:spcBef>
                <a:spcPts val="0"/>
              </a:spcBef>
              <a:spcAft>
                <a:spcPts val="0"/>
              </a:spcAft>
              <a:buClr>
                <a:srgbClr val="000000"/>
              </a:buClr>
              <a:buFont typeface="Arial"/>
              <a:buNone/>
              <a:defRPr/>
            </a:pPr>
            <a:endParaRPr sz="1500" b="1" i="1" kern="0" dirty="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761</Words>
  <Application>Microsoft Office PowerPoint</Application>
  <PresentationFormat>On-screen Show (16:9)</PresentationFormat>
  <Paragraphs>190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Algerian</vt: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Suman S</cp:lastModifiedBy>
  <cp:revision>31</cp:revision>
  <dcterms:modified xsi:type="dcterms:W3CDTF">2026-08-04T04:19:02Z</dcterms:modified>
</cp:coreProperties>
</file>